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AF92A-B1F0-425C-A0CF-33D2FF4B06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57DCAC-0DF5-4897-B553-9AA7230DE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D1CDD-40EE-4A4A-8456-B9C27DE0F6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4E48A8-A6D2-4EAD-8EF7-1C0CA25749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44B537-59B1-48D8-847D-BDBAAD11BE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2E40FD-234A-402D-A7F0-7ECC652307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10498-94C2-4914-966D-5367937B67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4FFB5-C128-4AC4-9EAC-63295C1DD7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BCA1E5-A1AF-4E72-8BC4-95ADC2A641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47B33-83F3-4577-B34C-F928BC46F1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BF85D2-F8B3-4E8D-975C-61CEE0C7DA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23612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14860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2328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23612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14860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891293-5341-4710-BAE8-F903836376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23612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14860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2328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23612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14860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72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23280" y="717840"/>
            <a:ext cx="1157256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53200" y="33948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32328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6253200" y="717840"/>
            <a:ext cx="564732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2328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23612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8148600" y="33948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32328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423612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8148600" y="717840"/>
            <a:ext cx="3726000" cy="34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2AB0B1-B551-441D-9740-B301A4A25D4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body"/>
          </p:nvPr>
        </p:nvSpPr>
        <p:spPr>
          <a:xfrm>
            <a:off x="323280" y="339480"/>
            <a:ext cx="1157256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262626"/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P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r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e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s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e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n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a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ti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o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n 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T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it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l</a:t>
            </a: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19" name="Rectangle 6"/>
          <p:cNvSpPr/>
          <p:nvPr/>
        </p:nvSpPr>
        <p:spPr>
          <a:xfrm>
            <a:off x="457200" y="5052240"/>
            <a:ext cx="11277000" cy="72720"/>
          </a:xfrm>
          <a:prstGeom prst="rect">
            <a:avLst/>
          </a:prstGeom>
          <a:gradFill rotWithShape="0">
            <a:gsLst>
              <a:gs pos="0">
                <a:srgbClr val="06b6d4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"/>
          <p:cNvSpPr/>
          <p:nvPr/>
        </p:nvSpPr>
        <p:spPr>
          <a:xfrm>
            <a:off x="360" y="1900800"/>
            <a:ext cx="10078200" cy="4956840"/>
          </a:xfrm>
          <a:custGeom>
            <a:avLst/>
            <a:gdLst/>
            <a:ahLst/>
            <a:rect l="l" t="t" r="r" b="b"/>
            <a:pathLst>
              <a:path w="7221349" h="4317476">
                <a:moveTo>
                  <a:pt x="7051667" y="0"/>
                </a:moveTo>
                <a:lnTo>
                  <a:pt x="9844" y="1536569"/>
                </a:lnTo>
                <a:cubicBezTo>
                  <a:pt x="12986" y="2253006"/>
                  <a:pt x="-2725" y="3601039"/>
                  <a:pt x="417" y="4317476"/>
                </a:cubicBezTo>
                <a:lnTo>
                  <a:pt x="3771139" y="4308049"/>
                </a:lnTo>
                <a:lnTo>
                  <a:pt x="7221349" y="245097"/>
                </a:lnTo>
                <a:lnTo>
                  <a:pt x="7051667" y="0"/>
                </a:lnTo>
                <a:close/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Freeform 4"/>
          <p:cNvSpPr/>
          <p:nvPr/>
        </p:nvSpPr>
        <p:spPr>
          <a:xfrm rot="3599400">
            <a:off x="10153440" y="679320"/>
            <a:ext cx="803160" cy="1968840"/>
          </a:xfrm>
          <a:custGeom>
            <a:avLst/>
            <a:gdLst/>
            <a:ah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7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06b6d4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 3"/>
          <p:cNvSpPr/>
          <p:nvPr/>
        </p:nvSpPr>
        <p:spPr>
          <a:xfrm>
            <a:off x="360" y="1900800"/>
            <a:ext cx="10078200" cy="4956840"/>
          </a:xfrm>
          <a:custGeom>
            <a:avLst/>
            <a:gdLst/>
            <a:ahLst/>
            <a:rect l="l" t="t" r="r" b="b"/>
            <a:pathLst>
              <a:path w="7221349" h="4317476">
                <a:moveTo>
                  <a:pt x="7051667" y="0"/>
                </a:moveTo>
                <a:lnTo>
                  <a:pt x="9844" y="1536569"/>
                </a:lnTo>
                <a:cubicBezTo>
                  <a:pt x="12986" y="2253006"/>
                  <a:pt x="-2725" y="3601039"/>
                  <a:pt x="417" y="4317476"/>
                </a:cubicBezTo>
                <a:lnTo>
                  <a:pt x="3771139" y="4308049"/>
                </a:lnTo>
                <a:lnTo>
                  <a:pt x="7221349" y="245097"/>
                </a:lnTo>
                <a:lnTo>
                  <a:pt x="7051667" y="0"/>
                </a:lnTo>
                <a:close/>
              </a:path>
            </a:pathLst>
          </a:cu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" name="Freeform 5"/>
          <p:cNvSpPr/>
          <p:nvPr/>
        </p:nvSpPr>
        <p:spPr>
          <a:xfrm rot="3599400">
            <a:off x="10153440" y="679320"/>
            <a:ext cx="803160" cy="1968840"/>
          </a:xfrm>
          <a:custGeom>
            <a:avLst/>
            <a:gdLst/>
            <a:ah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TextBox 7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9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06b6d4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2026-03-20T10:11:04Z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