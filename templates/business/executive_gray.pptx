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44.png" ContentType="image/png"/>
  <Override PartName="/ppt/media/image56.png" ContentType="image/png"/>
  <Override PartName="/ppt/media/image40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68B53-4FD0-48A7-866C-BC65B59EB9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E2BB7-3F10-4E59-BC8A-0A732B183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9BD86-E7F5-4F2A-A9B0-756A6054B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7959B-5E1B-44F7-A8F5-5C039C208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BED51-A763-42A6-B09A-8B427F5BEF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D60EB-770C-4F31-9716-2BAD71DD91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A2E29-30E5-4E8A-8297-85C4AD0E0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746E18-40E0-4822-A273-E8BC5BEF0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E2484-1FE5-4625-B119-B755C29FFC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6B1CA-B26D-44D7-A797-59BAB13B9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734F3-342F-4C25-8E8F-9486C0C180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D7B26-AF24-4B61-BB45-6DFB285E53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AA9E2D-AFBD-4B3B-88EA-B268FF2AC6A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148DEC-0239-4FB9-B402-20215A8B870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4CC2A0-1E79-4F8D-8484-8F54266F2E6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F0AEA6-B959-47EF-B650-B5A47249F4B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1F9545-C396-4C77-A82C-5857BDDA499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E31F71-1F48-400E-8125-446C2BB03D7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9211E6F-49AA-49EC-B79C-5A87676BCBD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6F5A7E-3CAD-490F-BBA5-E20CDC2A4A9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C4E879-2913-47B9-913F-670A42A27DF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D6E512-46BE-44A9-8067-2D32AF01040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BDD29A-2325-4500-B8D0-7CFEFDB12B4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46828E9-5128-41E2-A552-0672C889B26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288201-BAAE-4CC7-A0BA-435F0CCFFA5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60BE6E-A841-4249-8347-07B6D5BED49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41196B-7A43-4B56-9DF4-EA4EA0F52F0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8B62BA-B2F6-42CF-A61A-1485A7FE152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50A292-82BE-4685-935D-8BDD547740D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120580-06D5-4983-BDF6-AFC1CD80959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501D12-772F-4FBF-B8C4-C40B4AE26EB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A167E4-F728-43DB-9DA2-67AA7B540F0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5E88FD-A63C-4B80-818C-ED3378793EF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4FB794-D20F-46E8-903B-C5A6049249C5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E72E56-089C-4F13-BA64-B4F75ADDC77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EC5788-C40F-4182-911B-1ADE2CC9C87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slideLayout" Target="../slideLayouts/slideLayout13.xml"/><Relationship Id="rId23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15.xml"/><Relationship Id="rId25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17.xml"/><Relationship Id="rId27" Type="http://schemas.openxmlformats.org/officeDocument/2006/relationships/slideLayout" Target="../slideLayouts/slideLayout18.xml"/><Relationship Id="rId28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20.xml"/><Relationship Id="rId3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F79504-9C1B-48E8-A834-F3FD037D5F9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0;p2"/>
          <p:cNvGrpSpPr/>
          <p:nvPr/>
        </p:nvGrpSpPr>
        <p:grpSpPr>
          <a:xfrm>
            <a:off x="1217160" y="0"/>
            <a:ext cx="10974600" cy="5774760"/>
            <a:chOff x="1217160" y="0"/>
            <a:chExt cx="10974600" cy="5774760"/>
          </a:xfrm>
        </p:grpSpPr>
        <p:pic>
          <p:nvPicPr>
            <p:cNvPr id="42" name="Google Shape;11;p2" descr=""/>
            <p:cNvPicPr/>
            <p:nvPr/>
          </p:nvPicPr>
          <p:blipFill>
            <a:blip r:embed="rId2"/>
            <a:stretch/>
          </p:blipFill>
          <p:spPr>
            <a:xfrm flipH="1">
              <a:off x="9448560" y="4579560"/>
              <a:ext cx="1828800" cy="11952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" name="Google Shape;12;p2"/>
            <p:cNvGrpSpPr/>
            <p:nvPr/>
          </p:nvGrpSpPr>
          <p:grpSpPr>
            <a:xfrm>
              <a:off x="7619400" y="3662640"/>
              <a:ext cx="4572360" cy="1195200"/>
              <a:chOff x="7619400" y="3662640"/>
              <a:chExt cx="4572360" cy="1195200"/>
            </a:xfrm>
          </p:grpSpPr>
          <p:pic>
            <p:nvPicPr>
              <p:cNvPr id="44" name="Google Shape;13;p2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1036296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" name="Google Shape;14;p2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761940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6" name="Google Shape;15;p2"/>
            <p:cNvGrpSpPr/>
            <p:nvPr/>
          </p:nvGrpSpPr>
          <p:grpSpPr>
            <a:xfrm>
              <a:off x="6704280" y="2748240"/>
              <a:ext cx="4573080" cy="1195200"/>
              <a:chOff x="6704280" y="2748240"/>
              <a:chExt cx="4573080" cy="1195200"/>
            </a:xfrm>
          </p:grpSpPr>
          <p:pic>
            <p:nvPicPr>
              <p:cNvPr id="47" name="Google Shape;16;p2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44856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" name="Google Shape;17;p2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670428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9" name="Google Shape;18;p2"/>
            <p:cNvGrpSpPr/>
            <p:nvPr/>
          </p:nvGrpSpPr>
          <p:grpSpPr>
            <a:xfrm>
              <a:off x="7619400" y="1831680"/>
              <a:ext cx="4572360" cy="1195200"/>
              <a:chOff x="7619400" y="1831680"/>
              <a:chExt cx="4572360" cy="1195200"/>
            </a:xfrm>
          </p:grpSpPr>
          <p:pic>
            <p:nvPicPr>
              <p:cNvPr id="50" name="Google Shape;19;p2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36296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1" name="Google Shape;20;p2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761940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2" name="Google Shape;21;p2"/>
            <p:cNvGrpSpPr/>
            <p:nvPr/>
          </p:nvGrpSpPr>
          <p:grpSpPr>
            <a:xfrm>
              <a:off x="1217160" y="916920"/>
              <a:ext cx="10060200" cy="1194840"/>
              <a:chOff x="1217160" y="916920"/>
              <a:chExt cx="10060200" cy="1194840"/>
            </a:xfrm>
          </p:grpSpPr>
          <p:pic>
            <p:nvPicPr>
              <p:cNvPr id="53" name="Google Shape;22;p2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94485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4" name="Google Shape;23;p2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670428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5" name="Google Shape;24;p2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396072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6" name="Google Shape;25;p2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12171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7" name="Google Shape;26;p2"/>
            <p:cNvGrpSpPr/>
            <p:nvPr/>
          </p:nvGrpSpPr>
          <p:grpSpPr>
            <a:xfrm>
              <a:off x="2131920" y="0"/>
              <a:ext cx="10059840" cy="1195200"/>
              <a:chOff x="2131920" y="0"/>
              <a:chExt cx="10059840" cy="1195200"/>
            </a:xfrm>
          </p:grpSpPr>
          <p:pic>
            <p:nvPicPr>
              <p:cNvPr id="58" name="Google Shape;27;p2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1036296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9" name="Google Shape;28;p2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761940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0" name="Google Shape;29;p2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487548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1" name="Google Shape;30;p2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213192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03240" y="2604240"/>
            <a:ext cx="67640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Google Shape;32;p2"/>
          <p:cNvGrpSpPr/>
          <p:nvPr/>
        </p:nvGrpSpPr>
        <p:grpSpPr>
          <a:xfrm>
            <a:off x="360" y="4116960"/>
            <a:ext cx="5487120" cy="3026880"/>
            <a:chOff x="360" y="4116960"/>
            <a:chExt cx="5487120" cy="3026880"/>
          </a:xfrm>
        </p:grpSpPr>
        <p:grpSp>
          <p:nvGrpSpPr>
            <p:cNvPr id="64" name="Google Shape;33;p2"/>
            <p:cNvGrpSpPr/>
            <p:nvPr/>
          </p:nvGrpSpPr>
          <p:grpSpPr>
            <a:xfrm>
              <a:off x="360" y="5948640"/>
              <a:ext cx="4572360" cy="1195200"/>
              <a:chOff x="360" y="5948640"/>
              <a:chExt cx="4572360" cy="1195200"/>
            </a:xfrm>
          </p:grpSpPr>
          <p:pic>
            <p:nvPicPr>
              <p:cNvPr id="65" name="Google Shape;34;p2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274392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6" name="Google Shape;35;p2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7" name="Google Shape;36;p2"/>
            <p:cNvGrpSpPr/>
            <p:nvPr/>
          </p:nvGrpSpPr>
          <p:grpSpPr>
            <a:xfrm>
              <a:off x="915120" y="5031720"/>
              <a:ext cx="4572360" cy="1195200"/>
              <a:chOff x="915120" y="5031720"/>
              <a:chExt cx="4572360" cy="1195200"/>
            </a:xfrm>
          </p:grpSpPr>
          <p:pic>
            <p:nvPicPr>
              <p:cNvPr id="68" name="Google Shape;37;p2" descr=""/>
              <p:cNvPicPr/>
              <p:nvPr/>
            </p:nvPicPr>
            <p:blipFill>
              <a:blip r:embed="rId19"/>
              <a:stretch/>
            </p:blipFill>
            <p:spPr>
              <a:xfrm flipH="1">
                <a:off x="365868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9" name="Google Shape;38;p2" descr=""/>
              <p:cNvPicPr/>
              <p:nvPr/>
            </p:nvPicPr>
            <p:blipFill>
              <a:blip r:embed="rId20"/>
              <a:stretch/>
            </p:blipFill>
            <p:spPr>
              <a:xfrm flipH="1">
                <a:off x="91512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70" name="Google Shape;39;p2" descr=""/>
            <p:cNvPicPr/>
            <p:nvPr/>
          </p:nvPicPr>
          <p:blipFill>
            <a:blip r:embed="rId21"/>
            <a:stretch/>
          </p:blipFill>
          <p:spPr>
            <a:xfrm flipH="1">
              <a:off x="360" y="4116960"/>
              <a:ext cx="1828800" cy="1195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2"/>
    <p:sldLayoutId id="2147483663" r:id="rId23"/>
    <p:sldLayoutId id="2147483664" r:id="rId24"/>
    <p:sldLayoutId id="2147483665" r:id="rId25"/>
    <p:sldLayoutId id="2147483666" r:id="rId26"/>
    <p:sldLayoutId id="2147483667" r:id="rId27"/>
    <p:sldLayoutId id="2147483668" r:id="rId28"/>
    <p:sldLayoutId id="2147483669" r:id="rId29"/>
    <p:sldLayoutId id="2147483670" r:id="rId30"/>
    <p:sldLayoutId id="2147483671" r:id="rId31"/>
    <p:sldLayoutId id="2147483672" r:id="rId32"/>
    <p:sldLayoutId id="2147483673" r:id="rId3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09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1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12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3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4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5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16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7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8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9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0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21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2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4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25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26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27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8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9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30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1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32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4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E3CC17B8-3084-47B6-AB79-4A36546B30F6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74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5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6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77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8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9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0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81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2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3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4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5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86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7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8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9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90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91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92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3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94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95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6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97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5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1FB439D3-0753-4C23-850A-811B45182FF7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b896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Presentation 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Num" idx="6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0EAC7BB6-5BCE-4442-AA2F-ACF9843962C8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6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b896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7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b8960c"/>
              </a:gs>
              <a:gs pos="100000">
                <a:srgbClr val="d4af3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Num" idx="7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EAA40D26-7811-4082-936F-E128EECF8590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d4af37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Rectangle 8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b8960c"/>
              </a:gs>
              <a:gs pos="100000">
                <a:srgbClr val="d4af3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2026-03-20T10:28:25Z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