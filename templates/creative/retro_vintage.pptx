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sldIdLst>
    <p:sldId id="256" r:id="rId7"/>
    <p:sldId id="257" r:id="rId8"/>
    <p:sldId id="258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786C09-ECD7-4FC4-9CEC-0BD3BD2900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EF0738-D05C-4326-99B0-9A7022789B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78C5E2-D3E6-4F40-941D-70F95ECB6C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3270D0-E219-4AEC-B30A-C832C0A6F9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27D79D-301F-4F23-A015-19B1AFBDBB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08760" y="830520"/>
            <a:ext cx="9173520" cy="36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FE828F-DDC2-4761-9948-4905692D80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D16686-8CAF-45E9-A16D-F939D1220D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714A7E-002B-458A-ACD1-33A0818D47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614F36-60CD-4C33-88CA-DA2C685A1E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1608B6-FA4C-4FC5-B59A-6B7A247310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3315A7-43CF-4EC9-B4C5-437E3BAD00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01428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1980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150876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01428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51980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8B9A52-5EE3-4D16-8F5A-BF8EDCAC73B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0FEA5B2-E987-4A3A-BD8A-E30A4D451197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7688D46-99CA-4903-BED9-4BDF41A4E04A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A022599-54CA-4605-8E64-4FBA1412CB93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C5A6A4C-0BB1-4216-A9DE-4C8AFE8A1E55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AF5A191-125C-48DA-BE73-7BAF48825B10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1508760" y="830520"/>
            <a:ext cx="9173520" cy="36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1BB53BD-2AFB-47E4-AA59-78A8C072C25D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2567B74-FC49-4FF2-B085-3E317D272B8A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45A9D9A-4737-4EF4-B63E-516E4D0B2E0D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9FE2F2A-C6E2-452A-A372-5EDDE3D0854F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05BC1B7-D917-4F2B-8ABB-5134F735848F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546FA46-60E7-47A0-B155-E9F38BEC32CE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301428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451980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/>
          </p:nvPr>
        </p:nvSpPr>
        <p:spPr>
          <a:xfrm>
            <a:off x="150876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/>
          </p:nvPr>
        </p:nvSpPr>
        <p:spPr>
          <a:xfrm>
            <a:off x="301428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/>
          </p:nvPr>
        </p:nvSpPr>
        <p:spPr>
          <a:xfrm>
            <a:off x="451980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0D0B9D3-B398-4337-841F-C457FC5C08BB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C2AB01-97C5-4C6E-B0FE-95E374D19DC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subTitle"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E1C28CF-249B-4C91-B51D-849B07FAC79F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6061CD5-2C8A-42BA-B19B-642B152DC630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E063555-6B60-424C-A895-5DE7F75253E2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5BF9FFA-F614-49D9-969E-6BD38D295929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ubTitle"/>
          </p:nvPr>
        </p:nvSpPr>
        <p:spPr>
          <a:xfrm>
            <a:off x="1508760" y="830520"/>
            <a:ext cx="9173520" cy="36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32B8E95-50A3-454A-AFC1-0DE4485E0B12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1C3C0D4-C477-4F6B-8922-427A40E7E1BA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9B6A685-027D-4B69-81E2-9817A9A6101C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2720CA1-53DD-4FB9-8491-7F3233F26881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86C932F-623A-4EF1-84BF-BAB45F7E4B88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5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2404A0-7A4C-47A8-A8E8-6CA3DB820E21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/>
          </p:nvPr>
        </p:nvSpPr>
        <p:spPr>
          <a:xfrm>
            <a:off x="301428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4"/>
          <p:cNvSpPr>
            <a:spLocks noGrp="1"/>
          </p:cNvSpPr>
          <p:nvPr>
            <p:ph/>
          </p:nvPr>
        </p:nvSpPr>
        <p:spPr>
          <a:xfrm>
            <a:off x="451980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laceHolder 5"/>
          <p:cNvSpPr>
            <a:spLocks noGrp="1"/>
          </p:cNvSpPr>
          <p:nvPr>
            <p:ph/>
          </p:nvPr>
        </p:nvSpPr>
        <p:spPr>
          <a:xfrm>
            <a:off x="150876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6"/>
          <p:cNvSpPr>
            <a:spLocks noGrp="1"/>
          </p:cNvSpPr>
          <p:nvPr>
            <p:ph/>
          </p:nvPr>
        </p:nvSpPr>
        <p:spPr>
          <a:xfrm>
            <a:off x="301428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7"/>
          <p:cNvSpPr>
            <a:spLocks noGrp="1"/>
          </p:cNvSpPr>
          <p:nvPr>
            <p:ph/>
          </p:nvPr>
        </p:nvSpPr>
        <p:spPr>
          <a:xfrm>
            <a:off x="451980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0C14710-B15C-4800-B2C0-435E4584213D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9C059A-211A-4296-A33E-999559626D94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2"/>
          <p:cNvSpPr>
            <a:spLocks noGrp="1"/>
          </p:cNvSpPr>
          <p:nvPr>
            <p:ph type="subTitle"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8D7EF9-878C-4B04-8799-F6981BE0B2B4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2B0B99-073D-473C-A8CA-A3F71B480B85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0C16D2-F33C-4D23-9211-872E77FF4F3B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A8BB9A-CF38-4373-AD72-F0B1C3C837D9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ubTitle"/>
          </p:nvPr>
        </p:nvSpPr>
        <p:spPr>
          <a:xfrm>
            <a:off x="1508760" y="830520"/>
            <a:ext cx="9173520" cy="36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4BC01E-A09C-46D9-9FAF-1EE3EC60074D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C63098-2C2D-422A-9FAA-9DD96629C257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4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4B4DFF-9AE5-4363-895E-7BB9F8598009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A68BF6-10B8-47D8-9411-7FEDC86EB673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908EFF-F2D5-436C-93A5-3401C6CD3A82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5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A43C5B-CB46-4BF6-BB14-EF6589AA6A6A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/>
          </p:nvPr>
        </p:nvSpPr>
        <p:spPr>
          <a:xfrm>
            <a:off x="301428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4"/>
          <p:cNvSpPr>
            <a:spLocks noGrp="1"/>
          </p:cNvSpPr>
          <p:nvPr>
            <p:ph/>
          </p:nvPr>
        </p:nvSpPr>
        <p:spPr>
          <a:xfrm>
            <a:off x="451980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5"/>
          <p:cNvSpPr>
            <a:spLocks noGrp="1"/>
          </p:cNvSpPr>
          <p:nvPr>
            <p:ph/>
          </p:nvPr>
        </p:nvSpPr>
        <p:spPr>
          <a:xfrm>
            <a:off x="150876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6"/>
          <p:cNvSpPr>
            <a:spLocks noGrp="1"/>
          </p:cNvSpPr>
          <p:nvPr>
            <p:ph/>
          </p:nvPr>
        </p:nvSpPr>
        <p:spPr>
          <a:xfrm>
            <a:off x="301428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7"/>
          <p:cNvSpPr>
            <a:spLocks noGrp="1"/>
          </p:cNvSpPr>
          <p:nvPr>
            <p:ph/>
          </p:nvPr>
        </p:nvSpPr>
        <p:spPr>
          <a:xfrm>
            <a:off x="451980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990809-E61C-4CF2-B832-5150F4FC65D6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14799C9-1412-4E8F-9BB2-194B3E1BA5D2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PlaceHolder 2"/>
          <p:cNvSpPr>
            <a:spLocks noGrp="1"/>
          </p:cNvSpPr>
          <p:nvPr>
            <p:ph type="subTitle"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3679821-5CAF-48A3-928D-7A093BFD741C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7E213CCE-66A0-408E-8DB8-481CBED26FC6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78572E2-4748-4284-A181-5E899507F8C4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8E4E203-8E7A-459A-9D8A-E56190E5445E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subTitle"/>
          </p:nvPr>
        </p:nvSpPr>
        <p:spPr>
          <a:xfrm>
            <a:off x="1508760" y="830520"/>
            <a:ext cx="9173520" cy="360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8E4190D2-2D05-4161-9748-E3D5C4CE093D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1315B1F-A82B-49C9-923E-CFE1C939B6FC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46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PlaceHolder 4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F2842C9-1FD2-4A6E-B255-9EC66F97AF24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B1744C1-B975-44E1-815A-77B88A0095C9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PlaceHolder 3"/>
          <p:cNvSpPr>
            <a:spLocks noGrp="1"/>
          </p:cNvSpPr>
          <p:nvPr>
            <p:ph/>
          </p:nvPr>
        </p:nvSpPr>
        <p:spPr>
          <a:xfrm>
            <a:off x="1508760" y="4197240"/>
            <a:ext cx="445248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C019D3C-681A-4E8F-950E-72C47FF782C2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PlaceHolder 3"/>
          <p:cNvSpPr>
            <a:spLocks noGrp="1"/>
          </p:cNvSpPr>
          <p:nvPr>
            <p:ph/>
          </p:nvPr>
        </p:nvSpPr>
        <p:spPr>
          <a:xfrm>
            <a:off x="3790440" y="177300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PlaceHolder 4"/>
          <p:cNvSpPr>
            <a:spLocks noGrp="1"/>
          </p:cNvSpPr>
          <p:nvPr>
            <p:ph/>
          </p:nvPr>
        </p:nvSpPr>
        <p:spPr>
          <a:xfrm>
            <a:off x="150876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PlaceHolder 5"/>
          <p:cNvSpPr>
            <a:spLocks noGrp="1"/>
          </p:cNvSpPr>
          <p:nvPr>
            <p:ph/>
          </p:nvPr>
        </p:nvSpPr>
        <p:spPr>
          <a:xfrm>
            <a:off x="3790440" y="4197240"/>
            <a:ext cx="217260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018B2C1-FE36-4C8A-8B2F-3B2B5AA0AF71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PlaceHolder 2"/>
          <p:cNvSpPr>
            <a:spLocks noGrp="1"/>
          </p:cNvSpPr>
          <p:nvPr>
            <p:ph/>
          </p:nvPr>
        </p:nvSpPr>
        <p:spPr>
          <a:xfrm>
            <a:off x="150876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PlaceHolder 3"/>
          <p:cNvSpPr>
            <a:spLocks noGrp="1"/>
          </p:cNvSpPr>
          <p:nvPr>
            <p:ph/>
          </p:nvPr>
        </p:nvSpPr>
        <p:spPr>
          <a:xfrm>
            <a:off x="301428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PlaceHolder 4"/>
          <p:cNvSpPr>
            <a:spLocks noGrp="1"/>
          </p:cNvSpPr>
          <p:nvPr>
            <p:ph/>
          </p:nvPr>
        </p:nvSpPr>
        <p:spPr>
          <a:xfrm>
            <a:off x="4519800" y="177300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PlaceHolder 5"/>
          <p:cNvSpPr>
            <a:spLocks noGrp="1"/>
          </p:cNvSpPr>
          <p:nvPr>
            <p:ph/>
          </p:nvPr>
        </p:nvSpPr>
        <p:spPr>
          <a:xfrm>
            <a:off x="150876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PlaceHolder 6"/>
          <p:cNvSpPr>
            <a:spLocks noGrp="1"/>
          </p:cNvSpPr>
          <p:nvPr>
            <p:ph/>
          </p:nvPr>
        </p:nvSpPr>
        <p:spPr>
          <a:xfrm>
            <a:off x="301428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PlaceHolder 7"/>
          <p:cNvSpPr>
            <a:spLocks noGrp="1"/>
          </p:cNvSpPr>
          <p:nvPr>
            <p:ph/>
          </p:nvPr>
        </p:nvSpPr>
        <p:spPr>
          <a:xfrm>
            <a:off x="4519800" y="4197240"/>
            <a:ext cx="1433520" cy="221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52DA813-7CE6-4FB1-8445-09BE6F6951F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9F3E98-6CAE-498B-8BDB-9708A8E1438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Num" idx="4"/>
          </p:nvPr>
        </p:nvSpPr>
        <p:spPr>
          <a:xfrm>
            <a:off x="11665080" y="0"/>
            <a:ext cx="525960" cy="42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f55d4b"/>
                </a:solidFill>
                <a:latin typeface="Amatic SC"/>
                <a:ea typeface="Amatic S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87AA13B-F3E6-4949-BB6F-1AD7E682FD72}" type="slidenum">
              <a:rPr b="0" lang="en" sz="1200" spc="-1" strike="noStrike">
                <a:solidFill>
                  <a:srgbClr val="f55d4b"/>
                </a:solidFill>
                <a:latin typeface="Amatic SC"/>
                <a:ea typeface="Amatic SC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grpSp>
        <p:nvGrpSpPr>
          <p:cNvPr id="42" name="Google Shape;1553;p10"/>
          <p:cNvGrpSpPr/>
          <p:nvPr/>
        </p:nvGrpSpPr>
        <p:grpSpPr>
          <a:xfrm>
            <a:off x="0" y="1816920"/>
            <a:ext cx="1107360" cy="2463120"/>
            <a:chOff x="0" y="1816920"/>
            <a:chExt cx="1107360" cy="2463120"/>
          </a:xfrm>
        </p:grpSpPr>
        <p:sp>
          <p:nvSpPr>
            <p:cNvPr id="43" name="Google Shape;1554;p10"/>
            <p:cNvSpPr/>
            <p:nvPr/>
          </p:nvSpPr>
          <p:spPr>
            <a:xfrm>
              <a:off x="0" y="2028960"/>
              <a:ext cx="931320" cy="2050200"/>
            </a:xfrm>
            <a:custGeom>
              <a:avLst/>
              <a:gdLst/>
              <a:ahLst/>
              <a:rect l="l" t="t" r="r" b="b"/>
              <a:pathLst>
                <a:path w="14040" h="30908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" name="Google Shape;1555;p10"/>
            <p:cNvSpPr/>
            <p:nvPr/>
          </p:nvSpPr>
          <p:spPr>
            <a:xfrm>
              <a:off x="281520" y="2013120"/>
              <a:ext cx="26280" cy="30960"/>
            </a:xfrm>
            <a:custGeom>
              <a:avLst/>
              <a:gdLst/>
              <a:ahLst/>
              <a:rect l="l" t="t" r="r" b="b"/>
              <a:pathLst>
                <a:path w="405" h="473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" name="Google Shape;1556;p10"/>
            <p:cNvSpPr/>
            <p:nvPr/>
          </p:nvSpPr>
          <p:spPr>
            <a:xfrm>
              <a:off x="0" y="1816920"/>
              <a:ext cx="1107360" cy="2463120"/>
            </a:xfrm>
            <a:custGeom>
              <a:avLst/>
              <a:gdLst/>
              <a:ahLst/>
              <a:rect l="l" t="t" r="r" b="b"/>
              <a:pathLst>
                <a:path w="16700" h="37137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6" name="Google Shape;1557;p10"/>
          <p:cNvSpPr/>
          <p:nvPr/>
        </p:nvSpPr>
        <p:spPr>
          <a:xfrm>
            <a:off x="10093320" y="249840"/>
            <a:ext cx="1107360" cy="1130040"/>
          </a:xfrm>
          <a:custGeom>
            <a:avLst/>
            <a:gdLst/>
            <a:ahLst/>
            <a:rect l="l" t="t" r="r" b="b"/>
            <a:pathLst>
              <a:path w="16700" h="17037">
                <a:moveTo>
                  <a:pt x="10471" y="169"/>
                </a:moveTo>
                <a:lnTo>
                  <a:pt x="10471" y="338"/>
                </a:lnTo>
                <a:lnTo>
                  <a:pt x="10538" y="472"/>
                </a:lnTo>
                <a:lnTo>
                  <a:pt x="10606" y="674"/>
                </a:lnTo>
                <a:lnTo>
                  <a:pt x="10336" y="775"/>
                </a:lnTo>
                <a:lnTo>
                  <a:pt x="10303" y="809"/>
                </a:lnTo>
                <a:lnTo>
                  <a:pt x="10202" y="641"/>
                </a:lnTo>
                <a:lnTo>
                  <a:pt x="10101" y="472"/>
                </a:lnTo>
                <a:lnTo>
                  <a:pt x="10269" y="338"/>
                </a:lnTo>
                <a:lnTo>
                  <a:pt x="10404" y="236"/>
                </a:lnTo>
                <a:lnTo>
                  <a:pt x="10471" y="169"/>
                </a:lnTo>
                <a:close/>
                <a:moveTo>
                  <a:pt x="10673" y="944"/>
                </a:moveTo>
                <a:lnTo>
                  <a:pt x="10673" y="1011"/>
                </a:lnTo>
                <a:lnTo>
                  <a:pt x="10707" y="1112"/>
                </a:lnTo>
                <a:lnTo>
                  <a:pt x="10774" y="1314"/>
                </a:lnTo>
                <a:lnTo>
                  <a:pt x="10673" y="1314"/>
                </a:lnTo>
                <a:lnTo>
                  <a:pt x="10336" y="1381"/>
                </a:lnTo>
                <a:lnTo>
                  <a:pt x="10303" y="1213"/>
                </a:lnTo>
                <a:lnTo>
                  <a:pt x="10269" y="1078"/>
                </a:lnTo>
                <a:lnTo>
                  <a:pt x="10404" y="1045"/>
                </a:lnTo>
                <a:lnTo>
                  <a:pt x="10673" y="944"/>
                </a:lnTo>
                <a:close/>
                <a:moveTo>
                  <a:pt x="10942" y="1516"/>
                </a:moveTo>
                <a:lnTo>
                  <a:pt x="11043" y="1617"/>
                </a:lnTo>
                <a:lnTo>
                  <a:pt x="11481" y="2055"/>
                </a:lnTo>
                <a:lnTo>
                  <a:pt x="11717" y="2290"/>
                </a:lnTo>
                <a:lnTo>
                  <a:pt x="11919" y="2526"/>
                </a:lnTo>
                <a:lnTo>
                  <a:pt x="11649" y="2627"/>
                </a:lnTo>
                <a:lnTo>
                  <a:pt x="11346" y="2694"/>
                </a:lnTo>
                <a:lnTo>
                  <a:pt x="10740" y="2829"/>
                </a:lnTo>
                <a:lnTo>
                  <a:pt x="10404" y="2896"/>
                </a:lnTo>
                <a:lnTo>
                  <a:pt x="10235" y="2930"/>
                </a:lnTo>
                <a:lnTo>
                  <a:pt x="10101" y="3031"/>
                </a:lnTo>
                <a:lnTo>
                  <a:pt x="10168" y="2425"/>
                </a:lnTo>
                <a:lnTo>
                  <a:pt x="10303" y="1819"/>
                </a:lnTo>
                <a:lnTo>
                  <a:pt x="10336" y="1583"/>
                </a:lnTo>
                <a:lnTo>
                  <a:pt x="10505" y="1550"/>
                </a:lnTo>
                <a:lnTo>
                  <a:pt x="10808" y="1516"/>
                </a:lnTo>
                <a:close/>
                <a:moveTo>
                  <a:pt x="12087" y="2728"/>
                </a:moveTo>
                <a:lnTo>
                  <a:pt x="12255" y="2964"/>
                </a:lnTo>
                <a:lnTo>
                  <a:pt x="11582" y="3199"/>
                </a:lnTo>
                <a:lnTo>
                  <a:pt x="10942" y="3368"/>
                </a:lnTo>
                <a:lnTo>
                  <a:pt x="10505" y="3502"/>
                </a:lnTo>
                <a:lnTo>
                  <a:pt x="10067" y="3637"/>
                </a:lnTo>
                <a:lnTo>
                  <a:pt x="10101" y="3199"/>
                </a:lnTo>
                <a:lnTo>
                  <a:pt x="10303" y="3166"/>
                </a:lnTo>
                <a:lnTo>
                  <a:pt x="10505" y="3132"/>
                </a:lnTo>
                <a:lnTo>
                  <a:pt x="10942" y="3031"/>
                </a:lnTo>
                <a:lnTo>
                  <a:pt x="11515" y="2896"/>
                </a:lnTo>
                <a:lnTo>
                  <a:pt x="11818" y="2829"/>
                </a:lnTo>
                <a:lnTo>
                  <a:pt x="12087" y="2728"/>
                </a:lnTo>
                <a:close/>
                <a:moveTo>
                  <a:pt x="12525" y="3098"/>
                </a:moveTo>
                <a:lnTo>
                  <a:pt x="12626" y="3671"/>
                </a:lnTo>
                <a:lnTo>
                  <a:pt x="12760" y="4243"/>
                </a:lnTo>
                <a:lnTo>
                  <a:pt x="13063" y="5320"/>
                </a:lnTo>
                <a:lnTo>
                  <a:pt x="13265" y="5994"/>
                </a:lnTo>
                <a:lnTo>
                  <a:pt x="13535" y="6633"/>
                </a:lnTo>
                <a:lnTo>
                  <a:pt x="13804" y="7273"/>
                </a:lnTo>
                <a:lnTo>
                  <a:pt x="14040" y="7913"/>
                </a:lnTo>
                <a:lnTo>
                  <a:pt x="14242" y="8519"/>
                </a:lnTo>
                <a:lnTo>
                  <a:pt x="14410" y="9159"/>
                </a:lnTo>
                <a:lnTo>
                  <a:pt x="14679" y="10404"/>
                </a:lnTo>
                <a:lnTo>
                  <a:pt x="14780" y="10876"/>
                </a:lnTo>
                <a:lnTo>
                  <a:pt x="14881" y="11347"/>
                </a:lnTo>
                <a:lnTo>
                  <a:pt x="15016" y="11818"/>
                </a:lnTo>
                <a:lnTo>
                  <a:pt x="15117" y="12020"/>
                </a:lnTo>
                <a:lnTo>
                  <a:pt x="15252" y="12222"/>
                </a:lnTo>
                <a:lnTo>
                  <a:pt x="14612" y="12458"/>
                </a:lnTo>
                <a:lnTo>
                  <a:pt x="13939" y="12660"/>
                </a:lnTo>
                <a:lnTo>
                  <a:pt x="13333" y="12828"/>
                </a:lnTo>
                <a:lnTo>
                  <a:pt x="12996" y="12929"/>
                </a:lnTo>
                <a:lnTo>
                  <a:pt x="12727" y="13030"/>
                </a:lnTo>
                <a:lnTo>
                  <a:pt x="12592" y="12458"/>
                </a:lnTo>
                <a:lnTo>
                  <a:pt x="12457" y="11919"/>
                </a:lnTo>
                <a:lnTo>
                  <a:pt x="12154" y="10808"/>
                </a:lnTo>
                <a:lnTo>
                  <a:pt x="11818" y="9563"/>
                </a:lnTo>
                <a:lnTo>
                  <a:pt x="11616" y="8923"/>
                </a:lnTo>
                <a:lnTo>
                  <a:pt x="11414" y="8317"/>
                </a:lnTo>
                <a:lnTo>
                  <a:pt x="11010" y="7239"/>
                </a:lnTo>
                <a:lnTo>
                  <a:pt x="10808" y="6667"/>
                </a:lnTo>
                <a:lnTo>
                  <a:pt x="10639" y="6128"/>
                </a:lnTo>
                <a:lnTo>
                  <a:pt x="10471" y="5590"/>
                </a:lnTo>
                <a:lnTo>
                  <a:pt x="10269" y="5051"/>
                </a:lnTo>
                <a:lnTo>
                  <a:pt x="10101" y="4479"/>
                </a:lnTo>
                <a:lnTo>
                  <a:pt x="9932" y="3940"/>
                </a:lnTo>
                <a:lnTo>
                  <a:pt x="9966" y="3906"/>
                </a:lnTo>
                <a:lnTo>
                  <a:pt x="10572" y="3704"/>
                </a:lnTo>
                <a:lnTo>
                  <a:pt x="11178" y="3536"/>
                </a:lnTo>
                <a:lnTo>
                  <a:pt x="11885" y="3368"/>
                </a:lnTo>
                <a:lnTo>
                  <a:pt x="12222" y="3233"/>
                </a:lnTo>
                <a:lnTo>
                  <a:pt x="12525" y="3098"/>
                </a:lnTo>
                <a:close/>
                <a:moveTo>
                  <a:pt x="15353" y="12492"/>
                </a:moveTo>
                <a:lnTo>
                  <a:pt x="15386" y="12761"/>
                </a:lnTo>
                <a:lnTo>
                  <a:pt x="15454" y="12997"/>
                </a:lnTo>
                <a:lnTo>
                  <a:pt x="15622" y="13535"/>
                </a:lnTo>
                <a:lnTo>
                  <a:pt x="15521" y="13502"/>
                </a:lnTo>
                <a:lnTo>
                  <a:pt x="15420" y="13502"/>
                </a:lnTo>
                <a:lnTo>
                  <a:pt x="15117" y="13535"/>
                </a:lnTo>
                <a:lnTo>
                  <a:pt x="14646" y="13670"/>
                </a:lnTo>
                <a:lnTo>
                  <a:pt x="13972" y="13872"/>
                </a:lnTo>
                <a:lnTo>
                  <a:pt x="13535" y="13973"/>
                </a:lnTo>
                <a:lnTo>
                  <a:pt x="13265" y="14040"/>
                </a:lnTo>
                <a:lnTo>
                  <a:pt x="13164" y="13805"/>
                </a:lnTo>
                <a:lnTo>
                  <a:pt x="13097" y="13569"/>
                </a:lnTo>
                <a:lnTo>
                  <a:pt x="12996" y="13367"/>
                </a:lnTo>
                <a:lnTo>
                  <a:pt x="12861" y="13199"/>
                </a:lnTo>
                <a:lnTo>
                  <a:pt x="13097" y="13165"/>
                </a:lnTo>
                <a:lnTo>
                  <a:pt x="13366" y="13098"/>
                </a:lnTo>
                <a:lnTo>
                  <a:pt x="13838" y="12963"/>
                </a:lnTo>
                <a:lnTo>
                  <a:pt x="14612" y="12727"/>
                </a:lnTo>
                <a:lnTo>
                  <a:pt x="15353" y="12492"/>
                </a:lnTo>
                <a:close/>
                <a:moveTo>
                  <a:pt x="337" y="11886"/>
                </a:moveTo>
                <a:lnTo>
                  <a:pt x="472" y="12155"/>
                </a:lnTo>
                <a:lnTo>
                  <a:pt x="674" y="12357"/>
                </a:lnTo>
                <a:lnTo>
                  <a:pt x="909" y="12593"/>
                </a:lnTo>
                <a:lnTo>
                  <a:pt x="1145" y="12727"/>
                </a:lnTo>
                <a:lnTo>
                  <a:pt x="1381" y="12828"/>
                </a:lnTo>
                <a:lnTo>
                  <a:pt x="1650" y="12896"/>
                </a:lnTo>
                <a:lnTo>
                  <a:pt x="1919" y="12929"/>
                </a:lnTo>
                <a:lnTo>
                  <a:pt x="2020" y="13333"/>
                </a:lnTo>
                <a:lnTo>
                  <a:pt x="2121" y="13805"/>
                </a:lnTo>
                <a:lnTo>
                  <a:pt x="2222" y="13939"/>
                </a:lnTo>
                <a:lnTo>
                  <a:pt x="2290" y="14074"/>
                </a:lnTo>
                <a:lnTo>
                  <a:pt x="2525" y="14276"/>
                </a:lnTo>
                <a:lnTo>
                  <a:pt x="2189" y="14175"/>
                </a:lnTo>
                <a:lnTo>
                  <a:pt x="1886" y="14040"/>
                </a:lnTo>
                <a:lnTo>
                  <a:pt x="1583" y="13906"/>
                </a:lnTo>
                <a:lnTo>
                  <a:pt x="1313" y="13704"/>
                </a:lnTo>
                <a:lnTo>
                  <a:pt x="1078" y="13468"/>
                </a:lnTo>
                <a:lnTo>
                  <a:pt x="876" y="13199"/>
                </a:lnTo>
                <a:lnTo>
                  <a:pt x="674" y="12929"/>
                </a:lnTo>
                <a:lnTo>
                  <a:pt x="539" y="12593"/>
                </a:lnTo>
                <a:lnTo>
                  <a:pt x="404" y="12256"/>
                </a:lnTo>
                <a:lnTo>
                  <a:pt x="337" y="11886"/>
                </a:lnTo>
                <a:close/>
                <a:moveTo>
                  <a:pt x="15285" y="13838"/>
                </a:moveTo>
                <a:lnTo>
                  <a:pt x="14545" y="14074"/>
                </a:lnTo>
                <a:lnTo>
                  <a:pt x="13972" y="14276"/>
                </a:lnTo>
                <a:lnTo>
                  <a:pt x="13669" y="14377"/>
                </a:lnTo>
                <a:lnTo>
                  <a:pt x="13400" y="14512"/>
                </a:lnTo>
                <a:lnTo>
                  <a:pt x="13400" y="14545"/>
                </a:lnTo>
                <a:lnTo>
                  <a:pt x="13400" y="14579"/>
                </a:lnTo>
                <a:lnTo>
                  <a:pt x="13669" y="14579"/>
                </a:lnTo>
                <a:lnTo>
                  <a:pt x="13939" y="14512"/>
                </a:lnTo>
                <a:lnTo>
                  <a:pt x="14444" y="14377"/>
                </a:lnTo>
                <a:lnTo>
                  <a:pt x="15117" y="14175"/>
                </a:lnTo>
                <a:lnTo>
                  <a:pt x="15757" y="13973"/>
                </a:lnTo>
                <a:lnTo>
                  <a:pt x="15790" y="14108"/>
                </a:lnTo>
                <a:lnTo>
                  <a:pt x="15184" y="14209"/>
                </a:lnTo>
                <a:lnTo>
                  <a:pt x="14578" y="14377"/>
                </a:lnTo>
                <a:lnTo>
                  <a:pt x="13972" y="14646"/>
                </a:lnTo>
                <a:lnTo>
                  <a:pt x="13703" y="14781"/>
                </a:lnTo>
                <a:lnTo>
                  <a:pt x="13467" y="14949"/>
                </a:lnTo>
                <a:lnTo>
                  <a:pt x="13400" y="14747"/>
                </a:lnTo>
                <a:lnTo>
                  <a:pt x="13299" y="14242"/>
                </a:lnTo>
                <a:lnTo>
                  <a:pt x="13669" y="14175"/>
                </a:lnTo>
                <a:lnTo>
                  <a:pt x="14073" y="14108"/>
                </a:lnTo>
                <a:lnTo>
                  <a:pt x="14814" y="13906"/>
                </a:lnTo>
                <a:lnTo>
                  <a:pt x="15285" y="13838"/>
                </a:lnTo>
                <a:close/>
                <a:moveTo>
                  <a:pt x="1145" y="3098"/>
                </a:moveTo>
                <a:lnTo>
                  <a:pt x="1684" y="3199"/>
                </a:lnTo>
                <a:lnTo>
                  <a:pt x="2189" y="3267"/>
                </a:lnTo>
                <a:lnTo>
                  <a:pt x="3232" y="3368"/>
                </a:lnTo>
                <a:lnTo>
                  <a:pt x="4276" y="3435"/>
                </a:lnTo>
                <a:lnTo>
                  <a:pt x="5320" y="3502"/>
                </a:lnTo>
                <a:lnTo>
                  <a:pt x="6397" y="3637"/>
                </a:lnTo>
                <a:lnTo>
                  <a:pt x="7508" y="3772"/>
                </a:lnTo>
                <a:lnTo>
                  <a:pt x="8619" y="3906"/>
                </a:lnTo>
                <a:lnTo>
                  <a:pt x="9730" y="3974"/>
                </a:lnTo>
                <a:lnTo>
                  <a:pt x="9831" y="4411"/>
                </a:lnTo>
                <a:lnTo>
                  <a:pt x="9932" y="4883"/>
                </a:lnTo>
                <a:lnTo>
                  <a:pt x="10269" y="5758"/>
                </a:lnTo>
                <a:lnTo>
                  <a:pt x="10639" y="6970"/>
                </a:lnTo>
                <a:lnTo>
                  <a:pt x="11077" y="8148"/>
                </a:lnTo>
                <a:lnTo>
                  <a:pt x="11346" y="8990"/>
                </a:lnTo>
                <a:lnTo>
                  <a:pt x="11616" y="9866"/>
                </a:lnTo>
                <a:lnTo>
                  <a:pt x="11582" y="9899"/>
                </a:lnTo>
                <a:lnTo>
                  <a:pt x="11649" y="10573"/>
                </a:lnTo>
                <a:lnTo>
                  <a:pt x="11616" y="11246"/>
                </a:lnTo>
                <a:lnTo>
                  <a:pt x="11548" y="11919"/>
                </a:lnTo>
                <a:lnTo>
                  <a:pt x="11447" y="12593"/>
                </a:lnTo>
                <a:lnTo>
                  <a:pt x="11178" y="13771"/>
                </a:lnTo>
                <a:lnTo>
                  <a:pt x="11111" y="14377"/>
                </a:lnTo>
                <a:lnTo>
                  <a:pt x="11077" y="14983"/>
                </a:lnTo>
                <a:lnTo>
                  <a:pt x="10538" y="15050"/>
                </a:lnTo>
                <a:lnTo>
                  <a:pt x="9495" y="15050"/>
                </a:lnTo>
                <a:lnTo>
                  <a:pt x="8956" y="14983"/>
                </a:lnTo>
                <a:lnTo>
                  <a:pt x="7878" y="14848"/>
                </a:lnTo>
                <a:lnTo>
                  <a:pt x="6835" y="14714"/>
                </a:lnTo>
                <a:lnTo>
                  <a:pt x="5892" y="14613"/>
                </a:lnTo>
                <a:lnTo>
                  <a:pt x="4949" y="14545"/>
                </a:lnTo>
                <a:lnTo>
                  <a:pt x="3064" y="14444"/>
                </a:lnTo>
                <a:lnTo>
                  <a:pt x="3064" y="14411"/>
                </a:lnTo>
                <a:lnTo>
                  <a:pt x="3064" y="14343"/>
                </a:lnTo>
                <a:lnTo>
                  <a:pt x="3030" y="14310"/>
                </a:lnTo>
                <a:lnTo>
                  <a:pt x="2997" y="14276"/>
                </a:lnTo>
                <a:lnTo>
                  <a:pt x="2795" y="14175"/>
                </a:lnTo>
                <a:lnTo>
                  <a:pt x="2593" y="14040"/>
                </a:lnTo>
                <a:lnTo>
                  <a:pt x="2458" y="13872"/>
                </a:lnTo>
                <a:lnTo>
                  <a:pt x="2323" y="13704"/>
                </a:lnTo>
                <a:lnTo>
                  <a:pt x="2256" y="13502"/>
                </a:lnTo>
                <a:lnTo>
                  <a:pt x="2189" y="13300"/>
                </a:lnTo>
                <a:lnTo>
                  <a:pt x="2189" y="13064"/>
                </a:lnTo>
                <a:lnTo>
                  <a:pt x="2189" y="12828"/>
                </a:lnTo>
                <a:lnTo>
                  <a:pt x="2155" y="12761"/>
                </a:lnTo>
                <a:lnTo>
                  <a:pt x="2088" y="12727"/>
                </a:lnTo>
                <a:lnTo>
                  <a:pt x="1852" y="12727"/>
                </a:lnTo>
                <a:lnTo>
                  <a:pt x="1650" y="12694"/>
                </a:lnTo>
                <a:lnTo>
                  <a:pt x="1448" y="12626"/>
                </a:lnTo>
                <a:lnTo>
                  <a:pt x="1246" y="12559"/>
                </a:lnTo>
                <a:lnTo>
                  <a:pt x="1078" y="12458"/>
                </a:lnTo>
                <a:lnTo>
                  <a:pt x="909" y="12357"/>
                </a:lnTo>
                <a:lnTo>
                  <a:pt x="573" y="12054"/>
                </a:lnTo>
                <a:lnTo>
                  <a:pt x="472" y="11886"/>
                </a:lnTo>
                <a:lnTo>
                  <a:pt x="303" y="11717"/>
                </a:lnTo>
                <a:lnTo>
                  <a:pt x="236" y="11111"/>
                </a:lnTo>
                <a:lnTo>
                  <a:pt x="269" y="10505"/>
                </a:lnTo>
                <a:lnTo>
                  <a:pt x="303" y="9899"/>
                </a:lnTo>
                <a:lnTo>
                  <a:pt x="370" y="9327"/>
                </a:lnTo>
                <a:lnTo>
                  <a:pt x="505" y="7778"/>
                </a:lnTo>
                <a:lnTo>
                  <a:pt x="674" y="6196"/>
                </a:lnTo>
                <a:lnTo>
                  <a:pt x="741" y="5421"/>
                </a:lnTo>
                <a:lnTo>
                  <a:pt x="842" y="4647"/>
                </a:lnTo>
                <a:lnTo>
                  <a:pt x="977" y="3873"/>
                </a:lnTo>
                <a:lnTo>
                  <a:pt x="1145" y="3098"/>
                </a:lnTo>
                <a:close/>
                <a:moveTo>
                  <a:pt x="15858" y="14377"/>
                </a:moveTo>
                <a:lnTo>
                  <a:pt x="15858" y="14444"/>
                </a:lnTo>
                <a:lnTo>
                  <a:pt x="15656" y="14478"/>
                </a:lnTo>
                <a:lnTo>
                  <a:pt x="15420" y="14545"/>
                </a:lnTo>
                <a:lnTo>
                  <a:pt x="15083" y="14646"/>
                </a:lnTo>
                <a:lnTo>
                  <a:pt x="14679" y="14747"/>
                </a:lnTo>
                <a:lnTo>
                  <a:pt x="14275" y="14916"/>
                </a:lnTo>
                <a:lnTo>
                  <a:pt x="13871" y="15084"/>
                </a:lnTo>
                <a:lnTo>
                  <a:pt x="13703" y="15185"/>
                </a:lnTo>
                <a:lnTo>
                  <a:pt x="13535" y="15320"/>
                </a:lnTo>
                <a:lnTo>
                  <a:pt x="13467" y="15017"/>
                </a:lnTo>
                <a:lnTo>
                  <a:pt x="13905" y="14916"/>
                </a:lnTo>
                <a:lnTo>
                  <a:pt x="14376" y="14781"/>
                </a:lnTo>
                <a:lnTo>
                  <a:pt x="14814" y="14646"/>
                </a:lnTo>
                <a:lnTo>
                  <a:pt x="15285" y="14512"/>
                </a:lnTo>
                <a:lnTo>
                  <a:pt x="15521" y="14444"/>
                </a:lnTo>
                <a:lnTo>
                  <a:pt x="15689" y="14411"/>
                </a:lnTo>
                <a:lnTo>
                  <a:pt x="15858" y="14377"/>
                </a:lnTo>
                <a:close/>
                <a:moveTo>
                  <a:pt x="15925" y="14747"/>
                </a:moveTo>
                <a:lnTo>
                  <a:pt x="15925" y="14815"/>
                </a:lnTo>
                <a:lnTo>
                  <a:pt x="14747" y="15151"/>
                </a:lnTo>
                <a:lnTo>
                  <a:pt x="14141" y="15387"/>
                </a:lnTo>
                <a:lnTo>
                  <a:pt x="13871" y="15522"/>
                </a:lnTo>
                <a:lnTo>
                  <a:pt x="13602" y="15656"/>
                </a:lnTo>
                <a:lnTo>
                  <a:pt x="13535" y="15421"/>
                </a:lnTo>
                <a:lnTo>
                  <a:pt x="13905" y="15320"/>
                </a:lnTo>
                <a:lnTo>
                  <a:pt x="14275" y="15219"/>
                </a:lnTo>
                <a:lnTo>
                  <a:pt x="14612" y="15084"/>
                </a:lnTo>
                <a:lnTo>
                  <a:pt x="14982" y="14949"/>
                </a:lnTo>
                <a:lnTo>
                  <a:pt x="15420" y="14882"/>
                </a:lnTo>
                <a:lnTo>
                  <a:pt x="15689" y="14815"/>
                </a:lnTo>
                <a:lnTo>
                  <a:pt x="15925" y="14747"/>
                </a:lnTo>
                <a:close/>
                <a:moveTo>
                  <a:pt x="15959" y="15050"/>
                </a:moveTo>
                <a:lnTo>
                  <a:pt x="15992" y="15185"/>
                </a:lnTo>
                <a:lnTo>
                  <a:pt x="15790" y="15219"/>
                </a:lnTo>
                <a:lnTo>
                  <a:pt x="15588" y="15252"/>
                </a:lnTo>
                <a:lnTo>
                  <a:pt x="15218" y="15387"/>
                </a:lnTo>
                <a:lnTo>
                  <a:pt x="14444" y="15690"/>
                </a:lnTo>
                <a:lnTo>
                  <a:pt x="14073" y="15858"/>
                </a:lnTo>
                <a:lnTo>
                  <a:pt x="13703" y="16060"/>
                </a:lnTo>
                <a:lnTo>
                  <a:pt x="13636" y="15791"/>
                </a:lnTo>
                <a:lnTo>
                  <a:pt x="13804" y="15757"/>
                </a:lnTo>
                <a:lnTo>
                  <a:pt x="13972" y="15724"/>
                </a:lnTo>
                <a:lnTo>
                  <a:pt x="14275" y="15623"/>
                </a:lnTo>
                <a:lnTo>
                  <a:pt x="14612" y="15488"/>
                </a:lnTo>
                <a:lnTo>
                  <a:pt x="14915" y="15387"/>
                </a:lnTo>
                <a:lnTo>
                  <a:pt x="15454" y="15252"/>
                </a:lnTo>
                <a:lnTo>
                  <a:pt x="15723" y="15151"/>
                </a:lnTo>
                <a:lnTo>
                  <a:pt x="15959" y="15050"/>
                </a:lnTo>
                <a:close/>
                <a:moveTo>
                  <a:pt x="16026" y="15421"/>
                </a:moveTo>
                <a:lnTo>
                  <a:pt x="16093" y="15623"/>
                </a:lnTo>
                <a:lnTo>
                  <a:pt x="15420" y="15858"/>
                </a:lnTo>
                <a:lnTo>
                  <a:pt x="14747" y="16027"/>
                </a:lnTo>
                <a:lnTo>
                  <a:pt x="14275" y="16195"/>
                </a:lnTo>
                <a:lnTo>
                  <a:pt x="14040" y="16262"/>
                </a:lnTo>
                <a:lnTo>
                  <a:pt x="13838" y="16397"/>
                </a:lnTo>
                <a:lnTo>
                  <a:pt x="13737" y="16128"/>
                </a:lnTo>
                <a:lnTo>
                  <a:pt x="14073" y="16060"/>
                </a:lnTo>
                <a:lnTo>
                  <a:pt x="14410" y="15959"/>
                </a:lnTo>
                <a:lnTo>
                  <a:pt x="14713" y="15825"/>
                </a:lnTo>
                <a:lnTo>
                  <a:pt x="15050" y="15690"/>
                </a:lnTo>
                <a:lnTo>
                  <a:pt x="16026" y="15421"/>
                </a:lnTo>
                <a:close/>
                <a:moveTo>
                  <a:pt x="16161" y="15825"/>
                </a:moveTo>
                <a:lnTo>
                  <a:pt x="16228" y="15993"/>
                </a:lnTo>
                <a:lnTo>
                  <a:pt x="15151" y="16330"/>
                </a:lnTo>
                <a:lnTo>
                  <a:pt x="14578" y="16532"/>
                </a:lnTo>
                <a:lnTo>
                  <a:pt x="14309" y="16667"/>
                </a:lnTo>
                <a:lnTo>
                  <a:pt x="14040" y="16835"/>
                </a:lnTo>
                <a:lnTo>
                  <a:pt x="13871" y="16532"/>
                </a:lnTo>
                <a:lnTo>
                  <a:pt x="14174" y="16465"/>
                </a:lnTo>
                <a:lnTo>
                  <a:pt x="14444" y="16397"/>
                </a:lnTo>
                <a:lnTo>
                  <a:pt x="14982" y="16229"/>
                </a:lnTo>
                <a:lnTo>
                  <a:pt x="15588" y="16060"/>
                </a:lnTo>
                <a:lnTo>
                  <a:pt x="16161" y="15825"/>
                </a:lnTo>
                <a:close/>
                <a:moveTo>
                  <a:pt x="10370" y="1"/>
                </a:moveTo>
                <a:lnTo>
                  <a:pt x="10303" y="68"/>
                </a:lnTo>
                <a:lnTo>
                  <a:pt x="10168" y="169"/>
                </a:lnTo>
                <a:lnTo>
                  <a:pt x="10033" y="304"/>
                </a:lnTo>
                <a:lnTo>
                  <a:pt x="10000" y="371"/>
                </a:lnTo>
                <a:lnTo>
                  <a:pt x="9966" y="472"/>
                </a:lnTo>
                <a:lnTo>
                  <a:pt x="10000" y="506"/>
                </a:lnTo>
                <a:lnTo>
                  <a:pt x="10033" y="607"/>
                </a:lnTo>
                <a:lnTo>
                  <a:pt x="10067" y="674"/>
                </a:lnTo>
                <a:lnTo>
                  <a:pt x="10134" y="876"/>
                </a:lnTo>
                <a:lnTo>
                  <a:pt x="10067" y="910"/>
                </a:lnTo>
                <a:lnTo>
                  <a:pt x="10033" y="977"/>
                </a:lnTo>
                <a:lnTo>
                  <a:pt x="10033" y="1045"/>
                </a:lnTo>
                <a:lnTo>
                  <a:pt x="10067" y="1078"/>
                </a:lnTo>
                <a:lnTo>
                  <a:pt x="10033" y="1449"/>
                </a:lnTo>
                <a:lnTo>
                  <a:pt x="10033" y="1651"/>
                </a:lnTo>
                <a:lnTo>
                  <a:pt x="10000" y="1886"/>
                </a:lnTo>
                <a:lnTo>
                  <a:pt x="9899" y="2324"/>
                </a:lnTo>
                <a:lnTo>
                  <a:pt x="9831" y="2661"/>
                </a:lnTo>
                <a:lnTo>
                  <a:pt x="9798" y="2997"/>
                </a:lnTo>
                <a:lnTo>
                  <a:pt x="9764" y="3334"/>
                </a:lnTo>
                <a:lnTo>
                  <a:pt x="9798" y="3671"/>
                </a:lnTo>
                <a:lnTo>
                  <a:pt x="9831" y="3772"/>
                </a:lnTo>
                <a:lnTo>
                  <a:pt x="9798" y="3772"/>
                </a:lnTo>
                <a:lnTo>
                  <a:pt x="7643" y="3536"/>
                </a:lnTo>
                <a:lnTo>
                  <a:pt x="5488" y="3368"/>
                </a:lnTo>
                <a:lnTo>
                  <a:pt x="3333" y="3166"/>
                </a:lnTo>
                <a:lnTo>
                  <a:pt x="1179" y="2964"/>
                </a:lnTo>
                <a:lnTo>
                  <a:pt x="1145" y="2930"/>
                </a:lnTo>
                <a:lnTo>
                  <a:pt x="1078" y="2930"/>
                </a:lnTo>
                <a:lnTo>
                  <a:pt x="1044" y="2964"/>
                </a:lnTo>
                <a:lnTo>
                  <a:pt x="1010" y="2997"/>
                </a:lnTo>
                <a:lnTo>
                  <a:pt x="1010" y="3031"/>
                </a:lnTo>
                <a:lnTo>
                  <a:pt x="876" y="3469"/>
                </a:lnTo>
                <a:lnTo>
                  <a:pt x="775" y="3906"/>
                </a:lnTo>
                <a:lnTo>
                  <a:pt x="674" y="4344"/>
                </a:lnTo>
                <a:lnTo>
                  <a:pt x="606" y="4782"/>
                </a:lnTo>
                <a:lnTo>
                  <a:pt x="539" y="5691"/>
                </a:lnTo>
                <a:lnTo>
                  <a:pt x="472" y="6566"/>
                </a:lnTo>
                <a:lnTo>
                  <a:pt x="370" y="7542"/>
                </a:lnTo>
                <a:lnTo>
                  <a:pt x="236" y="8519"/>
                </a:lnTo>
                <a:lnTo>
                  <a:pt x="101" y="9495"/>
                </a:lnTo>
                <a:lnTo>
                  <a:pt x="34" y="10472"/>
                </a:lnTo>
                <a:lnTo>
                  <a:pt x="0" y="10842"/>
                </a:lnTo>
                <a:lnTo>
                  <a:pt x="0" y="11246"/>
                </a:lnTo>
                <a:lnTo>
                  <a:pt x="34" y="11650"/>
                </a:lnTo>
                <a:lnTo>
                  <a:pt x="101" y="12054"/>
                </a:lnTo>
                <a:lnTo>
                  <a:pt x="168" y="12424"/>
                </a:lnTo>
                <a:lnTo>
                  <a:pt x="303" y="12795"/>
                </a:lnTo>
                <a:lnTo>
                  <a:pt x="505" y="13165"/>
                </a:lnTo>
                <a:lnTo>
                  <a:pt x="741" y="13468"/>
                </a:lnTo>
                <a:lnTo>
                  <a:pt x="909" y="13704"/>
                </a:lnTo>
                <a:lnTo>
                  <a:pt x="1145" y="13906"/>
                </a:lnTo>
                <a:lnTo>
                  <a:pt x="1381" y="14108"/>
                </a:lnTo>
                <a:lnTo>
                  <a:pt x="1650" y="14310"/>
                </a:lnTo>
                <a:lnTo>
                  <a:pt x="1953" y="14444"/>
                </a:lnTo>
                <a:lnTo>
                  <a:pt x="2256" y="14579"/>
                </a:lnTo>
                <a:lnTo>
                  <a:pt x="2559" y="14613"/>
                </a:lnTo>
                <a:lnTo>
                  <a:pt x="2828" y="14579"/>
                </a:lnTo>
                <a:lnTo>
                  <a:pt x="3333" y="14714"/>
                </a:lnTo>
                <a:lnTo>
                  <a:pt x="3838" y="14781"/>
                </a:lnTo>
                <a:lnTo>
                  <a:pt x="4310" y="14815"/>
                </a:lnTo>
                <a:lnTo>
                  <a:pt x="4848" y="14848"/>
                </a:lnTo>
                <a:lnTo>
                  <a:pt x="5858" y="14882"/>
                </a:lnTo>
                <a:lnTo>
                  <a:pt x="6835" y="14949"/>
                </a:lnTo>
                <a:lnTo>
                  <a:pt x="7912" y="15084"/>
                </a:lnTo>
                <a:lnTo>
                  <a:pt x="8956" y="15252"/>
                </a:lnTo>
                <a:lnTo>
                  <a:pt x="9495" y="15286"/>
                </a:lnTo>
                <a:lnTo>
                  <a:pt x="10033" y="15320"/>
                </a:lnTo>
                <a:lnTo>
                  <a:pt x="10572" y="15286"/>
                </a:lnTo>
                <a:lnTo>
                  <a:pt x="11111" y="15252"/>
                </a:lnTo>
                <a:lnTo>
                  <a:pt x="11245" y="15252"/>
                </a:lnTo>
                <a:lnTo>
                  <a:pt x="11279" y="15219"/>
                </a:lnTo>
                <a:lnTo>
                  <a:pt x="11313" y="15151"/>
                </a:lnTo>
                <a:lnTo>
                  <a:pt x="11313" y="14680"/>
                </a:lnTo>
                <a:lnTo>
                  <a:pt x="11380" y="14175"/>
                </a:lnTo>
                <a:lnTo>
                  <a:pt x="11616" y="13165"/>
                </a:lnTo>
                <a:lnTo>
                  <a:pt x="11818" y="12155"/>
                </a:lnTo>
                <a:lnTo>
                  <a:pt x="11919" y="11616"/>
                </a:lnTo>
                <a:lnTo>
                  <a:pt x="11919" y="11145"/>
                </a:lnTo>
                <a:lnTo>
                  <a:pt x="12222" y="12155"/>
                </a:lnTo>
                <a:lnTo>
                  <a:pt x="12356" y="12660"/>
                </a:lnTo>
                <a:lnTo>
                  <a:pt x="12491" y="13199"/>
                </a:lnTo>
                <a:lnTo>
                  <a:pt x="12525" y="13266"/>
                </a:lnTo>
                <a:lnTo>
                  <a:pt x="12626" y="13266"/>
                </a:lnTo>
                <a:lnTo>
                  <a:pt x="12693" y="13232"/>
                </a:lnTo>
                <a:lnTo>
                  <a:pt x="12727" y="13468"/>
                </a:lnTo>
                <a:lnTo>
                  <a:pt x="12828" y="13704"/>
                </a:lnTo>
                <a:lnTo>
                  <a:pt x="12996" y="14108"/>
                </a:lnTo>
                <a:lnTo>
                  <a:pt x="13131" y="14613"/>
                </a:lnTo>
                <a:lnTo>
                  <a:pt x="13265" y="15151"/>
                </a:lnTo>
                <a:lnTo>
                  <a:pt x="13333" y="15589"/>
                </a:lnTo>
                <a:lnTo>
                  <a:pt x="13467" y="16229"/>
                </a:lnTo>
                <a:lnTo>
                  <a:pt x="13568" y="16532"/>
                </a:lnTo>
                <a:lnTo>
                  <a:pt x="13669" y="16801"/>
                </a:lnTo>
                <a:lnTo>
                  <a:pt x="13737" y="16902"/>
                </a:lnTo>
                <a:lnTo>
                  <a:pt x="13804" y="16970"/>
                </a:lnTo>
                <a:lnTo>
                  <a:pt x="13905" y="17037"/>
                </a:lnTo>
                <a:lnTo>
                  <a:pt x="14040" y="17037"/>
                </a:lnTo>
                <a:lnTo>
                  <a:pt x="14107" y="16970"/>
                </a:lnTo>
                <a:lnTo>
                  <a:pt x="14376" y="16902"/>
                </a:lnTo>
                <a:lnTo>
                  <a:pt x="14679" y="16801"/>
                </a:lnTo>
                <a:lnTo>
                  <a:pt x="15218" y="16566"/>
                </a:lnTo>
                <a:lnTo>
                  <a:pt x="16262" y="16229"/>
                </a:lnTo>
                <a:lnTo>
                  <a:pt x="16295" y="16296"/>
                </a:lnTo>
                <a:lnTo>
                  <a:pt x="16329" y="16330"/>
                </a:lnTo>
                <a:lnTo>
                  <a:pt x="16430" y="16330"/>
                </a:lnTo>
                <a:lnTo>
                  <a:pt x="16497" y="16262"/>
                </a:lnTo>
                <a:lnTo>
                  <a:pt x="16497" y="16229"/>
                </a:lnTo>
                <a:lnTo>
                  <a:pt x="16531" y="16161"/>
                </a:lnTo>
                <a:lnTo>
                  <a:pt x="16497" y="16161"/>
                </a:lnTo>
                <a:lnTo>
                  <a:pt x="16598" y="16128"/>
                </a:lnTo>
                <a:lnTo>
                  <a:pt x="16666" y="16094"/>
                </a:lnTo>
                <a:lnTo>
                  <a:pt x="16666" y="16060"/>
                </a:lnTo>
                <a:lnTo>
                  <a:pt x="16699" y="15959"/>
                </a:lnTo>
                <a:lnTo>
                  <a:pt x="16632" y="15892"/>
                </a:lnTo>
                <a:lnTo>
                  <a:pt x="16531" y="15892"/>
                </a:lnTo>
                <a:lnTo>
                  <a:pt x="16464" y="15926"/>
                </a:lnTo>
                <a:lnTo>
                  <a:pt x="16396" y="15724"/>
                </a:lnTo>
                <a:lnTo>
                  <a:pt x="16464" y="15690"/>
                </a:lnTo>
                <a:lnTo>
                  <a:pt x="16430" y="15623"/>
                </a:lnTo>
                <a:lnTo>
                  <a:pt x="16396" y="15555"/>
                </a:lnTo>
                <a:lnTo>
                  <a:pt x="16363" y="15522"/>
                </a:lnTo>
                <a:lnTo>
                  <a:pt x="16262" y="15219"/>
                </a:lnTo>
                <a:lnTo>
                  <a:pt x="16161" y="14949"/>
                </a:lnTo>
                <a:lnTo>
                  <a:pt x="16127" y="14646"/>
                </a:lnTo>
                <a:lnTo>
                  <a:pt x="16026" y="14074"/>
                </a:lnTo>
                <a:lnTo>
                  <a:pt x="15959" y="13670"/>
                </a:lnTo>
                <a:lnTo>
                  <a:pt x="15824" y="13232"/>
                </a:lnTo>
                <a:lnTo>
                  <a:pt x="15656" y="12828"/>
                </a:lnTo>
                <a:lnTo>
                  <a:pt x="15454" y="12424"/>
                </a:lnTo>
                <a:lnTo>
                  <a:pt x="15521" y="12424"/>
                </a:lnTo>
                <a:lnTo>
                  <a:pt x="15588" y="12357"/>
                </a:lnTo>
                <a:lnTo>
                  <a:pt x="15588" y="12290"/>
                </a:lnTo>
                <a:lnTo>
                  <a:pt x="15555" y="12222"/>
                </a:lnTo>
                <a:lnTo>
                  <a:pt x="15487" y="12155"/>
                </a:lnTo>
                <a:lnTo>
                  <a:pt x="15487" y="12088"/>
                </a:lnTo>
                <a:lnTo>
                  <a:pt x="15353" y="11886"/>
                </a:lnTo>
                <a:lnTo>
                  <a:pt x="15218" y="11650"/>
                </a:lnTo>
                <a:lnTo>
                  <a:pt x="15151" y="11414"/>
                </a:lnTo>
                <a:lnTo>
                  <a:pt x="15083" y="11179"/>
                </a:lnTo>
                <a:lnTo>
                  <a:pt x="14982" y="10674"/>
                </a:lnTo>
                <a:lnTo>
                  <a:pt x="14881" y="10169"/>
                </a:lnTo>
                <a:lnTo>
                  <a:pt x="14612" y="8990"/>
                </a:lnTo>
                <a:lnTo>
                  <a:pt x="14477" y="8418"/>
                </a:lnTo>
                <a:lnTo>
                  <a:pt x="14309" y="7845"/>
                </a:lnTo>
                <a:lnTo>
                  <a:pt x="14073" y="7239"/>
                </a:lnTo>
                <a:lnTo>
                  <a:pt x="13838" y="6667"/>
                </a:lnTo>
                <a:lnTo>
                  <a:pt x="13568" y="6095"/>
                </a:lnTo>
                <a:lnTo>
                  <a:pt x="13366" y="5489"/>
                </a:lnTo>
                <a:lnTo>
                  <a:pt x="13164" y="4883"/>
                </a:lnTo>
                <a:lnTo>
                  <a:pt x="13030" y="4243"/>
                </a:lnTo>
                <a:lnTo>
                  <a:pt x="12861" y="3603"/>
                </a:lnTo>
                <a:lnTo>
                  <a:pt x="12693" y="2997"/>
                </a:lnTo>
                <a:lnTo>
                  <a:pt x="12693" y="2930"/>
                </a:lnTo>
                <a:lnTo>
                  <a:pt x="12693" y="2896"/>
                </a:lnTo>
                <a:lnTo>
                  <a:pt x="12659" y="2863"/>
                </a:lnTo>
                <a:lnTo>
                  <a:pt x="12626" y="2829"/>
                </a:lnTo>
                <a:lnTo>
                  <a:pt x="12558" y="2829"/>
                </a:lnTo>
                <a:lnTo>
                  <a:pt x="12525" y="2863"/>
                </a:lnTo>
                <a:lnTo>
                  <a:pt x="12457" y="2896"/>
                </a:lnTo>
                <a:lnTo>
                  <a:pt x="12323" y="2627"/>
                </a:lnTo>
                <a:lnTo>
                  <a:pt x="12154" y="2358"/>
                </a:lnTo>
                <a:lnTo>
                  <a:pt x="11952" y="2122"/>
                </a:lnTo>
                <a:lnTo>
                  <a:pt x="11717" y="1920"/>
                </a:lnTo>
                <a:lnTo>
                  <a:pt x="11447" y="1651"/>
                </a:lnTo>
                <a:lnTo>
                  <a:pt x="11212" y="1415"/>
                </a:lnTo>
                <a:lnTo>
                  <a:pt x="11010" y="1146"/>
                </a:lnTo>
                <a:lnTo>
                  <a:pt x="10909" y="977"/>
                </a:lnTo>
                <a:lnTo>
                  <a:pt x="10841" y="809"/>
                </a:lnTo>
                <a:lnTo>
                  <a:pt x="10841" y="742"/>
                </a:lnTo>
                <a:lnTo>
                  <a:pt x="10808" y="641"/>
                </a:lnTo>
                <a:lnTo>
                  <a:pt x="10707" y="439"/>
                </a:lnTo>
                <a:lnTo>
                  <a:pt x="10639" y="203"/>
                </a:lnTo>
                <a:lnTo>
                  <a:pt x="10606" y="102"/>
                </a:lnTo>
                <a:lnTo>
                  <a:pt x="10538" y="34"/>
                </a:lnTo>
                <a:lnTo>
                  <a:pt x="10505" y="1"/>
                </a:lnTo>
                <a:lnTo>
                  <a:pt x="10471" y="34"/>
                </a:lnTo>
                <a:lnTo>
                  <a:pt x="10437" y="1"/>
                </a:ln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7" name="Google Shape;1558;p10"/>
          <p:cNvGrpSpPr/>
          <p:nvPr/>
        </p:nvGrpSpPr>
        <p:grpSpPr>
          <a:xfrm>
            <a:off x="1853640" y="0"/>
            <a:ext cx="2136960" cy="540000"/>
            <a:chOff x="1853640" y="0"/>
            <a:chExt cx="2136960" cy="540000"/>
          </a:xfrm>
        </p:grpSpPr>
        <p:sp>
          <p:nvSpPr>
            <p:cNvPr id="48" name="Google Shape;1559;p10"/>
            <p:cNvSpPr/>
            <p:nvPr/>
          </p:nvSpPr>
          <p:spPr>
            <a:xfrm>
              <a:off x="1916640" y="87120"/>
              <a:ext cx="515520" cy="419400"/>
            </a:xfrm>
            <a:custGeom>
              <a:avLst/>
              <a:gdLst/>
              <a:ahLst/>
              <a:rect l="l" t="t" r="r" b="b"/>
              <a:pathLst>
                <a:path w="7779" h="633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" name="Google Shape;1560;p10"/>
            <p:cNvSpPr/>
            <p:nvPr/>
          </p:nvSpPr>
          <p:spPr>
            <a:xfrm>
              <a:off x="1853640" y="0"/>
              <a:ext cx="1272960" cy="540000"/>
            </a:xfrm>
            <a:custGeom>
              <a:avLst/>
              <a:gdLst/>
              <a:ahLst/>
              <a:rect l="l" t="t" r="r" b="b"/>
              <a:pathLst>
                <a:path w="19191" h="8148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" name="Google Shape;1561;p10"/>
            <p:cNvSpPr/>
            <p:nvPr/>
          </p:nvSpPr>
          <p:spPr>
            <a:xfrm>
              <a:off x="2539440" y="0"/>
              <a:ext cx="526680" cy="361440"/>
            </a:xfrm>
            <a:custGeom>
              <a:avLst/>
              <a:gdLst/>
              <a:ahLst/>
              <a:rect l="l" t="t" r="r" b="b"/>
              <a:pathLst>
                <a:path w="7946" h="5455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" name="Google Shape;1562;p10"/>
            <p:cNvSpPr/>
            <p:nvPr/>
          </p:nvSpPr>
          <p:spPr>
            <a:xfrm>
              <a:off x="3470760" y="208080"/>
              <a:ext cx="519840" cy="229320"/>
            </a:xfrm>
            <a:custGeom>
              <a:avLst/>
              <a:gdLst/>
              <a:ahLst/>
              <a:rect l="l" t="t" r="r" b="b"/>
              <a:pathLst>
                <a:path w="7846" h="3468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" name="Google Shape;1563;p10"/>
            <p:cNvSpPr/>
            <p:nvPr/>
          </p:nvSpPr>
          <p:spPr>
            <a:xfrm>
              <a:off x="3520080" y="272880"/>
              <a:ext cx="37440" cy="17280"/>
            </a:xfrm>
            <a:custGeom>
              <a:avLst/>
              <a:gdLst/>
              <a:ahLst/>
              <a:rect l="l" t="t" r="r" b="b"/>
              <a:pathLst>
                <a:path w="573" h="27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" name="Google Shape;1564;p10"/>
            <p:cNvSpPr/>
            <p:nvPr/>
          </p:nvSpPr>
          <p:spPr>
            <a:xfrm>
              <a:off x="3893040" y="270360"/>
              <a:ext cx="19800" cy="102240"/>
            </a:xfrm>
            <a:custGeom>
              <a:avLst/>
              <a:gdLst/>
              <a:ahLst/>
              <a:rect l="l" t="t" r="r" b="b"/>
              <a:pathLst>
                <a:path w="304" h="155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" name="Google Shape;1565;p10"/>
            <p:cNvSpPr/>
            <p:nvPr/>
          </p:nvSpPr>
          <p:spPr>
            <a:xfrm>
              <a:off x="3864240" y="290520"/>
              <a:ext cx="15480" cy="55800"/>
            </a:xfrm>
            <a:custGeom>
              <a:avLst/>
              <a:gdLst/>
              <a:ahLst/>
              <a:rect l="l" t="t" r="r" b="b"/>
              <a:pathLst>
                <a:path w="236" h="843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" name="Google Shape;1566;p10"/>
            <p:cNvSpPr/>
            <p:nvPr/>
          </p:nvSpPr>
          <p:spPr>
            <a:xfrm>
              <a:off x="3236400" y="123120"/>
              <a:ext cx="231840" cy="200520"/>
            </a:xfrm>
            <a:custGeom>
              <a:avLst/>
              <a:gdLst/>
              <a:ahLst/>
              <a:rect l="l" t="t" r="r" b="b"/>
              <a:pathLst>
                <a:path w="3503" h="3031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" name="Google Shape;1567;p10"/>
            <p:cNvSpPr/>
            <p:nvPr/>
          </p:nvSpPr>
          <p:spPr>
            <a:xfrm>
              <a:off x="3517920" y="303840"/>
              <a:ext cx="37440" cy="19800"/>
            </a:xfrm>
            <a:custGeom>
              <a:avLst/>
              <a:gdLst/>
              <a:ahLst/>
              <a:rect l="l" t="t" r="r" b="b"/>
              <a:pathLst>
                <a:path w="574" h="304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" name="Google Shape;1568;p10"/>
          <p:cNvGrpSpPr/>
          <p:nvPr/>
        </p:nvGrpSpPr>
        <p:grpSpPr>
          <a:xfrm>
            <a:off x="10580760" y="2232000"/>
            <a:ext cx="1610640" cy="1927080"/>
            <a:chOff x="10580760" y="2232000"/>
            <a:chExt cx="1610640" cy="1927080"/>
          </a:xfrm>
        </p:grpSpPr>
        <p:sp>
          <p:nvSpPr>
            <p:cNvPr id="58" name="Google Shape;1569;p10"/>
            <p:cNvSpPr/>
            <p:nvPr/>
          </p:nvSpPr>
          <p:spPr>
            <a:xfrm>
              <a:off x="12073320" y="2665440"/>
              <a:ext cx="118080" cy="48960"/>
            </a:xfrm>
            <a:custGeom>
              <a:avLst/>
              <a:gdLst/>
              <a:ahLst/>
              <a:rect l="l" t="t" r="r" b="b"/>
              <a:pathLst>
                <a:path w="1786" h="742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" name="Google Shape;1570;p10"/>
            <p:cNvSpPr/>
            <p:nvPr/>
          </p:nvSpPr>
          <p:spPr>
            <a:xfrm>
              <a:off x="12010320" y="2500560"/>
              <a:ext cx="180360" cy="64080"/>
            </a:xfrm>
            <a:custGeom>
              <a:avLst/>
              <a:gdLst/>
              <a:ahLst/>
              <a:rect l="l" t="t" r="r" b="b"/>
              <a:pathLst>
                <a:path w="2728" h="977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" name="Google Shape;1571;p10"/>
            <p:cNvSpPr/>
            <p:nvPr/>
          </p:nvSpPr>
          <p:spPr>
            <a:xfrm>
              <a:off x="12037320" y="2554200"/>
              <a:ext cx="153360" cy="57600"/>
            </a:xfrm>
            <a:custGeom>
              <a:avLst/>
              <a:gdLst/>
              <a:ahLst/>
              <a:rect l="l" t="t" r="r" b="b"/>
              <a:pathLst>
                <a:path w="2324" h="876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" name="Google Shape;1572;p10"/>
            <p:cNvSpPr/>
            <p:nvPr/>
          </p:nvSpPr>
          <p:spPr>
            <a:xfrm>
              <a:off x="12099600" y="2768400"/>
              <a:ext cx="91080" cy="41760"/>
            </a:xfrm>
            <a:custGeom>
              <a:avLst/>
              <a:gdLst/>
              <a:ahLst/>
              <a:rect l="l" t="t" r="r" b="b"/>
              <a:pathLst>
                <a:path w="1382" h="64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" name="Google Shape;1573;p10"/>
            <p:cNvSpPr/>
            <p:nvPr/>
          </p:nvSpPr>
          <p:spPr>
            <a:xfrm>
              <a:off x="12010320" y="2435760"/>
              <a:ext cx="180360" cy="66600"/>
            </a:xfrm>
            <a:custGeom>
              <a:avLst/>
              <a:gdLst/>
              <a:ahLst/>
              <a:rect l="l" t="t" r="r" b="b"/>
              <a:pathLst>
                <a:path w="2728" h="1011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" name="Google Shape;1574;p10"/>
            <p:cNvSpPr/>
            <p:nvPr/>
          </p:nvSpPr>
          <p:spPr>
            <a:xfrm>
              <a:off x="12077640" y="2719440"/>
              <a:ext cx="113040" cy="50760"/>
            </a:xfrm>
            <a:custGeom>
              <a:avLst/>
              <a:gdLst/>
              <a:ahLst/>
              <a:rect l="l" t="t" r="r" b="b"/>
              <a:pathLst>
                <a:path w="1718" h="775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" name="Google Shape;1575;p10"/>
            <p:cNvSpPr/>
            <p:nvPr/>
          </p:nvSpPr>
          <p:spPr>
            <a:xfrm>
              <a:off x="11034360" y="2683440"/>
              <a:ext cx="428760" cy="146880"/>
            </a:xfrm>
            <a:custGeom>
              <a:avLst/>
              <a:gdLst/>
              <a:ahLst/>
              <a:rect l="l" t="t" r="r" b="b"/>
              <a:pathLst>
                <a:path w="6465" h="2223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" name="Google Shape;1576;p10"/>
            <p:cNvSpPr/>
            <p:nvPr/>
          </p:nvSpPr>
          <p:spPr>
            <a:xfrm>
              <a:off x="11206440" y="3132720"/>
              <a:ext cx="631440" cy="180360"/>
            </a:xfrm>
            <a:custGeom>
              <a:avLst/>
              <a:gdLst/>
              <a:ahLst/>
              <a:rect l="l" t="t" r="r" b="b"/>
              <a:pathLst>
                <a:path w="9529" h="2728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" name="Google Shape;1577;p10"/>
            <p:cNvSpPr/>
            <p:nvPr/>
          </p:nvSpPr>
          <p:spPr>
            <a:xfrm>
              <a:off x="10629720" y="2924640"/>
              <a:ext cx="314640" cy="290160"/>
            </a:xfrm>
            <a:custGeom>
              <a:avLst/>
              <a:gdLst/>
              <a:ahLst/>
              <a:rect l="l" t="t" r="r" b="b"/>
              <a:pathLst>
                <a:path w="4748" h="4377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" name="Google Shape;1578;p10"/>
            <p:cNvSpPr/>
            <p:nvPr/>
          </p:nvSpPr>
          <p:spPr>
            <a:xfrm>
              <a:off x="12108600" y="2815200"/>
              <a:ext cx="82080" cy="39960"/>
            </a:xfrm>
            <a:custGeom>
              <a:avLst/>
              <a:gdLst/>
              <a:ahLst/>
              <a:rect l="l" t="t" r="r" b="b"/>
              <a:pathLst>
                <a:path w="1247" h="607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" name="Google Shape;1579;p10"/>
            <p:cNvSpPr/>
            <p:nvPr/>
          </p:nvSpPr>
          <p:spPr>
            <a:xfrm>
              <a:off x="10580760" y="2232000"/>
              <a:ext cx="1609920" cy="1927080"/>
            </a:xfrm>
            <a:custGeom>
              <a:avLst/>
              <a:gdLst/>
              <a:ahLst/>
              <a:rect l="l" t="t" r="r" b="b"/>
              <a:pathLst>
                <a:path w="24276" h="29057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" name="Google Shape;1580;p10"/>
            <p:cNvSpPr/>
            <p:nvPr/>
          </p:nvSpPr>
          <p:spPr>
            <a:xfrm>
              <a:off x="12139920" y="2991960"/>
              <a:ext cx="50760" cy="21960"/>
            </a:xfrm>
            <a:custGeom>
              <a:avLst/>
              <a:gdLst/>
              <a:ahLst/>
              <a:rect l="l" t="t" r="r" b="b"/>
              <a:pathLst>
                <a:path w="776" h="337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" name="Google Shape;1581;p10"/>
            <p:cNvSpPr/>
            <p:nvPr/>
          </p:nvSpPr>
          <p:spPr>
            <a:xfrm>
              <a:off x="12122280" y="2866680"/>
              <a:ext cx="68400" cy="37440"/>
            </a:xfrm>
            <a:custGeom>
              <a:avLst/>
              <a:gdLst/>
              <a:ahLst/>
              <a:rect l="l" t="t" r="r" b="b"/>
              <a:pathLst>
                <a:path w="1045" h="573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Google Shape;1582;p10"/>
            <p:cNvSpPr/>
            <p:nvPr/>
          </p:nvSpPr>
          <p:spPr>
            <a:xfrm>
              <a:off x="12164400" y="3040920"/>
              <a:ext cx="26280" cy="21960"/>
            </a:xfrm>
            <a:custGeom>
              <a:avLst/>
              <a:gdLst/>
              <a:ahLst/>
              <a:rect l="l" t="t" r="r" b="b"/>
              <a:pathLst>
                <a:path w="405" h="338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2" name="Google Shape;1583;p10"/>
          <p:cNvGrpSpPr/>
          <p:nvPr/>
        </p:nvGrpSpPr>
        <p:grpSpPr>
          <a:xfrm>
            <a:off x="10808640" y="4677120"/>
            <a:ext cx="1382400" cy="1967400"/>
            <a:chOff x="10808640" y="4677120"/>
            <a:chExt cx="1382400" cy="1967400"/>
          </a:xfrm>
        </p:grpSpPr>
        <p:sp>
          <p:nvSpPr>
            <p:cNvPr id="73" name="Google Shape;1584;p10"/>
            <p:cNvSpPr/>
            <p:nvPr/>
          </p:nvSpPr>
          <p:spPr>
            <a:xfrm>
              <a:off x="10808640" y="4677120"/>
              <a:ext cx="1382400" cy="1967400"/>
            </a:xfrm>
            <a:custGeom>
              <a:avLst/>
              <a:gdLst/>
              <a:ahLst/>
              <a:rect l="l" t="t" r="r" b="b"/>
              <a:pathLst>
                <a:path w="20842" h="29663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Google Shape;1585;p10"/>
            <p:cNvSpPr/>
            <p:nvPr/>
          </p:nvSpPr>
          <p:spPr>
            <a:xfrm>
              <a:off x="12173400" y="5215320"/>
              <a:ext cx="17280" cy="37440"/>
            </a:xfrm>
            <a:custGeom>
              <a:avLst/>
              <a:gdLst/>
              <a:ahLst/>
              <a:rect l="l" t="t" r="r" b="b"/>
              <a:pathLst>
                <a:path w="271" h="574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" name="Google Shape;1586;p10"/>
            <p:cNvSpPr/>
            <p:nvPr/>
          </p:nvSpPr>
          <p:spPr>
            <a:xfrm>
              <a:off x="12169080" y="5253120"/>
              <a:ext cx="21960" cy="66960"/>
            </a:xfrm>
            <a:custGeom>
              <a:avLst/>
              <a:gdLst/>
              <a:ahLst/>
              <a:rect l="l" t="t" r="r" b="b"/>
              <a:pathLst>
                <a:path w="338" h="1011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6" name="Google Shape;1587;p10"/>
          <p:cNvGrpSpPr/>
          <p:nvPr/>
        </p:nvGrpSpPr>
        <p:grpSpPr>
          <a:xfrm>
            <a:off x="4616640" y="6298560"/>
            <a:ext cx="2957400" cy="563040"/>
            <a:chOff x="4616640" y="6298560"/>
            <a:chExt cx="2957400" cy="563040"/>
          </a:xfrm>
        </p:grpSpPr>
        <p:sp>
          <p:nvSpPr>
            <p:cNvPr id="77" name="Google Shape;1588;p10"/>
            <p:cNvSpPr/>
            <p:nvPr/>
          </p:nvSpPr>
          <p:spPr>
            <a:xfrm>
              <a:off x="7000560" y="6589080"/>
              <a:ext cx="164520" cy="176040"/>
            </a:xfrm>
            <a:custGeom>
              <a:avLst/>
              <a:gdLst/>
              <a:ahLst/>
              <a:rect l="l" t="t" r="r" b="b"/>
              <a:pathLst>
                <a:path w="2492" h="2661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Google Shape;1589;p10"/>
            <p:cNvSpPr/>
            <p:nvPr/>
          </p:nvSpPr>
          <p:spPr>
            <a:xfrm>
              <a:off x="7071840" y="6638400"/>
              <a:ext cx="44280" cy="46440"/>
            </a:xfrm>
            <a:custGeom>
              <a:avLst/>
              <a:gdLst/>
              <a:ahLst/>
              <a:rect l="l" t="t" r="r" b="b"/>
              <a:pathLst>
                <a:path w="674" h="708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" name="Google Shape;1590;p10"/>
            <p:cNvSpPr/>
            <p:nvPr/>
          </p:nvSpPr>
          <p:spPr>
            <a:xfrm>
              <a:off x="6678360" y="6691680"/>
              <a:ext cx="35640" cy="46440"/>
            </a:xfrm>
            <a:custGeom>
              <a:avLst/>
              <a:gdLst/>
              <a:ahLst/>
              <a:rect l="l" t="t" r="r" b="b"/>
              <a:pathLst>
                <a:path w="540" h="708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" name="Google Shape;1591;p10"/>
            <p:cNvSpPr/>
            <p:nvPr/>
          </p:nvSpPr>
          <p:spPr>
            <a:xfrm>
              <a:off x="4679280" y="6468480"/>
              <a:ext cx="178560" cy="102240"/>
            </a:xfrm>
            <a:custGeom>
              <a:avLst/>
              <a:gdLst/>
              <a:ahLst/>
              <a:rect l="l" t="t" r="r" b="b"/>
              <a:pathLst>
                <a:path w="2695" h="155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Google Shape;1592;p10"/>
            <p:cNvSpPr/>
            <p:nvPr/>
          </p:nvSpPr>
          <p:spPr>
            <a:xfrm>
              <a:off x="6868440" y="6667200"/>
              <a:ext cx="42120" cy="10440"/>
            </a:xfrm>
            <a:custGeom>
              <a:avLst/>
              <a:gdLst/>
              <a:ahLst/>
              <a:rect l="l" t="t" r="r" b="b"/>
              <a:pathLst>
                <a:path w="641" h="169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" name="Google Shape;1593;p10"/>
            <p:cNvSpPr/>
            <p:nvPr/>
          </p:nvSpPr>
          <p:spPr>
            <a:xfrm>
              <a:off x="6792480" y="6586920"/>
              <a:ext cx="185040" cy="176400"/>
            </a:xfrm>
            <a:custGeom>
              <a:avLst/>
              <a:gdLst/>
              <a:ahLst/>
              <a:rect l="l" t="t" r="r" b="b"/>
              <a:pathLst>
                <a:path w="2796" h="266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" name="Google Shape;1594;p10"/>
            <p:cNvSpPr/>
            <p:nvPr/>
          </p:nvSpPr>
          <p:spPr>
            <a:xfrm>
              <a:off x="6285240" y="6464160"/>
              <a:ext cx="178200" cy="111240"/>
            </a:xfrm>
            <a:custGeom>
              <a:avLst/>
              <a:gdLst/>
              <a:ahLst/>
              <a:rect l="l" t="t" r="r" b="b"/>
              <a:pathLst>
                <a:path w="2694" h="1684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Google Shape;1595;p10"/>
            <p:cNvSpPr/>
            <p:nvPr/>
          </p:nvSpPr>
          <p:spPr>
            <a:xfrm>
              <a:off x="6229440" y="6589080"/>
              <a:ext cx="160560" cy="171720"/>
            </a:xfrm>
            <a:custGeom>
              <a:avLst/>
              <a:gdLst/>
              <a:ahLst/>
              <a:rect l="l" t="t" r="r" b="b"/>
              <a:pathLst>
                <a:path w="2425" h="2594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Google Shape;1596;p10"/>
            <p:cNvSpPr/>
            <p:nvPr/>
          </p:nvSpPr>
          <p:spPr>
            <a:xfrm>
              <a:off x="7100640" y="6783480"/>
              <a:ext cx="162720" cy="77760"/>
            </a:xfrm>
            <a:custGeom>
              <a:avLst/>
              <a:gdLst/>
              <a:ahLst/>
              <a:rect l="l" t="t" r="r" b="b"/>
              <a:pathLst>
                <a:path w="2458" h="118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Google Shape;1597;p10"/>
            <p:cNvSpPr/>
            <p:nvPr/>
          </p:nvSpPr>
          <p:spPr>
            <a:xfrm>
              <a:off x="7295040" y="6781320"/>
              <a:ext cx="171360" cy="80280"/>
            </a:xfrm>
            <a:custGeom>
              <a:avLst/>
              <a:gdLst/>
              <a:ahLst/>
              <a:rect l="l" t="t" r="r" b="b"/>
              <a:pathLst>
                <a:path w="2593" h="1213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Google Shape;1598;p10"/>
            <p:cNvSpPr/>
            <p:nvPr/>
          </p:nvSpPr>
          <p:spPr>
            <a:xfrm>
              <a:off x="4741920" y="6720840"/>
              <a:ext cx="35640" cy="8640"/>
            </a:xfrm>
            <a:custGeom>
              <a:avLst/>
              <a:gdLst/>
              <a:ahLst/>
              <a:rect l="l" t="t" r="r" b="b"/>
              <a:pathLst>
                <a:path w="540" h="135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Google Shape;1599;p10"/>
            <p:cNvSpPr/>
            <p:nvPr/>
          </p:nvSpPr>
          <p:spPr>
            <a:xfrm>
              <a:off x="6611760" y="6598080"/>
              <a:ext cx="171720" cy="169560"/>
            </a:xfrm>
            <a:custGeom>
              <a:avLst/>
              <a:gdLst/>
              <a:ahLst/>
              <a:rect l="l" t="t" r="r" b="b"/>
              <a:pathLst>
                <a:path w="2594" h="256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Google Shape;1600;p10"/>
            <p:cNvSpPr/>
            <p:nvPr/>
          </p:nvSpPr>
          <p:spPr>
            <a:xfrm>
              <a:off x="4677120" y="6598080"/>
              <a:ext cx="167040" cy="167040"/>
            </a:xfrm>
            <a:custGeom>
              <a:avLst/>
              <a:gdLst/>
              <a:ahLst/>
              <a:rect l="l" t="t" r="r" b="b"/>
              <a:pathLst>
                <a:path w="2526" h="2526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" name="Google Shape;1601;p10"/>
            <p:cNvSpPr/>
            <p:nvPr/>
          </p:nvSpPr>
          <p:spPr>
            <a:xfrm>
              <a:off x="6421680" y="6593760"/>
              <a:ext cx="171360" cy="171360"/>
            </a:xfrm>
            <a:custGeom>
              <a:avLst/>
              <a:gdLst/>
              <a:ahLst/>
              <a:rect l="l" t="t" r="r" b="b"/>
              <a:pathLst>
                <a:path w="2593" h="2593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Google Shape;1602;p10"/>
            <p:cNvSpPr/>
            <p:nvPr/>
          </p:nvSpPr>
          <p:spPr>
            <a:xfrm>
              <a:off x="6491160" y="6696360"/>
              <a:ext cx="33120" cy="42480"/>
            </a:xfrm>
            <a:custGeom>
              <a:avLst/>
              <a:gdLst/>
              <a:ahLst/>
              <a:rect l="l" t="t" r="r" b="b"/>
              <a:pathLst>
                <a:path w="506" h="641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Google Shape;1603;p10"/>
            <p:cNvSpPr/>
            <p:nvPr/>
          </p:nvSpPr>
          <p:spPr>
            <a:xfrm>
              <a:off x="4739760" y="6684840"/>
              <a:ext cx="33120" cy="26640"/>
            </a:xfrm>
            <a:custGeom>
              <a:avLst/>
              <a:gdLst/>
              <a:ahLst/>
              <a:rect l="l" t="t" r="r" b="b"/>
              <a:pathLst>
                <a:path w="506" h="405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Google Shape;1604;p10"/>
            <p:cNvSpPr/>
            <p:nvPr/>
          </p:nvSpPr>
          <p:spPr>
            <a:xfrm>
              <a:off x="6707520" y="6785640"/>
              <a:ext cx="178200" cy="75600"/>
            </a:xfrm>
            <a:custGeom>
              <a:avLst/>
              <a:gdLst/>
              <a:ahLst/>
              <a:rect l="l" t="t" r="r" b="b"/>
              <a:pathLst>
                <a:path w="2694" h="1146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" name="Google Shape;1605;p10"/>
            <p:cNvSpPr/>
            <p:nvPr/>
          </p:nvSpPr>
          <p:spPr>
            <a:xfrm>
              <a:off x="5128560" y="6691680"/>
              <a:ext cx="37440" cy="42120"/>
            </a:xfrm>
            <a:custGeom>
              <a:avLst/>
              <a:gdLst/>
              <a:ahLst/>
              <a:rect l="l" t="t" r="r" b="b"/>
              <a:pathLst>
                <a:path w="573" h="641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" name="Google Shape;1606;p10"/>
            <p:cNvSpPr/>
            <p:nvPr/>
          </p:nvSpPr>
          <p:spPr>
            <a:xfrm>
              <a:off x="5481360" y="6471000"/>
              <a:ext cx="176040" cy="108720"/>
            </a:xfrm>
            <a:custGeom>
              <a:avLst/>
              <a:gdLst/>
              <a:ahLst/>
              <a:rect l="l" t="t" r="r" b="b"/>
              <a:pathLst>
                <a:path w="2661" h="1651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" name="Google Shape;1607;p10"/>
            <p:cNvSpPr/>
            <p:nvPr/>
          </p:nvSpPr>
          <p:spPr>
            <a:xfrm>
              <a:off x="6325560" y="6781320"/>
              <a:ext cx="171360" cy="80280"/>
            </a:xfrm>
            <a:custGeom>
              <a:avLst/>
              <a:gdLst/>
              <a:ahLst/>
              <a:rect l="l" t="t" r="r" b="b"/>
              <a:pathLst>
                <a:path w="2593" h="1213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" name="Google Shape;1608;p10"/>
            <p:cNvSpPr/>
            <p:nvPr/>
          </p:nvSpPr>
          <p:spPr>
            <a:xfrm>
              <a:off x="6079680" y="6468480"/>
              <a:ext cx="182880" cy="109080"/>
            </a:xfrm>
            <a:custGeom>
              <a:avLst/>
              <a:gdLst/>
              <a:ahLst/>
              <a:rect l="l" t="t" r="r" b="b"/>
              <a:pathLst>
                <a:path w="2762" h="1651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" name="Google Shape;1609;p10"/>
            <p:cNvSpPr/>
            <p:nvPr/>
          </p:nvSpPr>
          <p:spPr>
            <a:xfrm>
              <a:off x="4873680" y="6464160"/>
              <a:ext cx="177840" cy="111240"/>
            </a:xfrm>
            <a:custGeom>
              <a:avLst/>
              <a:gdLst/>
              <a:ahLst/>
              <a:rect l="l" t="t" r="r" b="b"/>
              <a:pathLst>
                <a:path w="2694" h="1684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" name="Google Shape;1610;p10"/>
            <p:cNvSpPr/>
            <p:nvPr/>
          </p:nvSpPr>
          <p:spPr>
            <a:xfrm>
              <a:off x="7080480" y="6461640"/>
              <a:ext cx="185040" cy="115920"/>
            </a:xfrm>
            <a:custGeom>
              <a:avLst/>
              <a:gdLst/>
              <a:ahLst/>
              <a:rect l="l" t="t" r="r" b="b"/>
              <a:pathLst>
                <a:path w="2795" h="1752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" name="Google Shape;1611;p10"/>
            <p:cNvSpPr/>
            <p:nvPr/>
          </p:nvSpPr>
          <p:spPr>
            <a:xfrm>
              <a:off x="6479640" y="6468480"/>
              <a:ext cx="184680" cy="106920"/>
            </a:xfrm>
            <a:custGeom>
              <a:avLst/>
              <a:gdLst/>
              <a:ahLst/>
              <a:rect l="l" t="t" r="r" b="b"/>
              <a:pathLst>
                <a:path w="2795" h="1617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" name="Google Shape;1612;p10"/>
            <p:cNvSpPr/>
            <p:nvPr/>
          </p:nvSpPr>
          <p:spPr>
            <a:xfrm>
              <a:off x="5065920" y="6591240"/>
              <a:ext cx="171360" cy="173880"/>
            </a:xfrm>
            <a:custGeom>
              <a:avLst/>
              <a:gdLst/>
              <a:ahLst/>
              <a:rect l="l" t="t" r="r" b="b"/>
              <a:pathLst>
                <a:path w="2593" h="2627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" name="Google Shape;1613;p10"/>
            <p:cNvSpPr/>
            <p:nvPr/>
          </p:nvSpPr>
          <p:spPr>
            <a:xfrm>
              <a:off x="5068080" y="6468480"/>
              <a:ext cx="184680" cy="106920"/>
            </a:xfrm>
            <a:custGeom>
              <a:avLst/>
              <a:gdLst/>
              <a:ahLst/>
              <a:rect l="l" t="t" r="r" b="b"/>
              <a:pathLst>
                <a:path w="2795" h="1617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Google Shape;1614;p10"/>
            <p:cNvSpPr/>
            <p:nvPr/>
          </p:nvSpPr>
          <p:spPr>
            <a:xfrm>
              <a:off x="5159520" y="6785640"/>
              <a:ext cx="158040" cy="75600"/>
            </a:xfrm>
            <a:custGeom>
              <a:avLst/>
              <a:gdLst/>
              <a:ahLst/>
              <a:rect l="l" t="t" r="r" b="b"/>
              <a:pathLst>
                <a:path w="2391" h="1146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Google Shape;1615;p10"/>
            <p:cNvSpPr/>
            <p:nvPr/>
          </p:nvSpPr>
          <p:spPr>
            <a:xfrm>
              <a:off x="6517440" y="6781320"/>
              <a:ext cx="162720" cy="80280"/>
            </a:xfrm>
            <a:custGeom>
              <a:avLst/>
              <a:gdLst/>
              <a:ahLst/>
              <a:rect l="l" t="t" r="r" b="b"/>
              <a:pathLst>
                <a:path w="2459" h="1213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Google Shape;1616;p10"/>
            <p:cNvSpPr/>
            <p:nvPr/>
          </p:nvSpPr>
          <p:spPr>
            <a:xfrm>
              <a:off x="5271480" y="6464160"/>
              <a:ext cx="180360" cy="111240"/>
            </a:xfrm>
            <a:custGeom>
              <a:avLst/>
              <a:gdLst/>
              <a:ahLst/>
              <a:rect l="l" t="t" r="r" b="b"/>
              <a:pathLst>
                <a:path w="2729" h="1684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Google Shape;1617;p10"/>
            <p:cNvSpPr/>
            <p:nvPr/>
          </p:nvSpPr>
          <p:spPr>
            <a:xfrm>
              <a:off x="6683040" y="6464160"/>
              <a:ext cx="180720" cy="111240"/>
            </a:xfrm>
            <a:custGeom>
              <a:avLst/>
              <a:gdLst/>
              <a:ahLst/>
              <a:rect l="l" t="t" r="r" b="b"/>
              <a:pathLst>
                <a:path w="2728" h="1684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Google Shape;1618;p10"/>
            <p:cNvSpPr/>
            <p:nvPr/>
          </p:nvSpPr>
          <p:spPr>
            <a:xfrm>
              <a:off x="7373520" y="6707520"/>
              <a:ext cx="64080" cy="30600"/>
            </a:xfrm>
            <a:custGeom>
              <a:avLst/>
              <a:gdLst/>
              <a:ahLst/>
              <a:rect l="l" t="t" r="r" b="b"/>
              <a:pathLst>
                <a:path w="977" h="472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Google Shape;1619;p10"/>
            <p:cNvSpPr/>
            <p:nvPr/>
          </p:nvSpPr>
          <p:spPr>
            <a:xfrm>
              <a:off x="7286040" y="6465960"/>
              <a:ext cx="180360" cy="111600"/>
            </a:xfrm>
            <a:custGeom>
              <a:avLst/>
              <a:gdLst/>
              <a:ahLst/>
              <a:rect l="l" t="t" r="r" b="b"/>
              <a:pathLst>
                <a:path w="2728" h="1684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Google Shape;1620;p10"/>
            <p:cNvSpPr/>
            <p:nvPr/>
          </p:nvSpPr>
          <p:spPr>
            <a:xfrm>
              <a:off x="7189920" y="6593760"/>
              <a:ext cx="274680" cy="171360"/>
            </a:xfrm>
            <a:custGeom>
              <a:avLst/>
              <a:gdLst/>
              <a:ahLst/>
              <a:rect l="l" t="t" r="r" b="b"/>
              <a:pathLst>
                <a:path w="4142" h="2593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Google Shape;1621;p10"/>
            <p:cNvSpPr/>
            <p:nvPr/>
          </p:nvSpPr>
          <p:spPr>
            <a:xfrm>
              <a:off x="4944960" y="6687360"/>
              <a:ext cx="24120" cy="46440"/>
            </a:xfrm>
            <a:custGeom>
              <a:avLst/>
              <a:gdLst/>
              <a:ahLst/>
              <a:rect l="l" t="t" r="r" b="b"/>
              <a:pathLst>
                <a:path w="371" h="708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Google Shape;1622;p10"/>
            <p:cNvSpPr/>
            <p:nvPr/>
          </p:nvSpPr>
          <p:spPr>
            <a:xfrm>
              <a:off x="6892920" y="6471000"/>
              <a:ext cx="176040" cy="108720"/>
            </a:xfrm>
            <a:custGeom>
              <a:avLst/>
              <a:gdLst/>
              <a:ahLst/>
              <a:rect l="l" t="t" r="r" b="b"/>
              <a:pathLst>
                <a:path w="2661" h="1651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Google Shape;1623;p10"/>
            <p:cNvSpPr/>
            <p:nvPr/>
          </p:nvSpPr>
          <p:spPr>
            <a:xfrm>
              <a:off x="4962960" y="6787800"/>
              <a:ext cx="171720" cy="73440"/>
            </a:xfrm>
            <a:custGeom>
              <a:avLst/>
              <a:gdLst/>
              <a:ahLst/>
              <a:rect l="l" t="t" r="r" b="b"/>
              <a:pathLst>
                <a:path w="2594" h="1112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Google Shape;1624;p10"/>
            <p:cNvSpPr/>
            <p:nvPr/>
          </p:nvSpPr>
          <p:spPr>
            <a:xfrm>
              <a:off x="4866840" y="6595560"/>
              <a:ext cx="164520" cy="172080"/>
            </a:xfrm>
            <a:custGeom>
              <a:avLst/>
              <a:gdLst/>
              <a:ahLst/>
              <a:rect l="l" t="t" r="r" b="b"/>
              <a:pathLst>
                <a:path w="2492" h="2594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Google Shape;1625;p10"/>
            <p:cNvSpPr/>
            <p:nvPr/>
          </p:nvSpPr>
          <p:spPr>
            <a:xfrm>
              <a:off x="6126840" y="6785640"/>
              <a:ext cx="165240" cy="75600"/>
            </a:xfrm>
            <a:custGeom>
              <a:avLst/>
              <a:gdLst/>
              <a:ahLst/>
              <a:rect l="l" t="t" r="r" b="b"/>
              <a:pathLst>
                <a:path w="2493" h="1146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" name="Google Shape;1626;p10"/>
            <p:cNvSpPr/>
            <p:nvPr/>
          </p:nvSpPr>
          <p:spPr>
            <a:xfrm>
              <a:off x="4670640" y="6779160"/>
              <a:ext cx="280800" cy="82080"/>
            </a:xfrm>
            <a:custGeom>
              <a:avLst/>
              <a:gdLst/>
              <a:ahLst/>
              <a:rect l="l" t="t" r="r" b="b"/>
              <a:pathLst>
                <a:path w="4243" h="1247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Google Shape;1627;p10"/>
            <p:cNvSpPr/>
            <p:nvPr/>
          </p:nvSpPr>
          <p:spPr>
            <a:xfrm>
              <a:off x="6292080" y="6698520"/>
              <a:ext cx="30600" cy="35280"/>
            </a:xfrm>
            <a:custGeom>
              <a:avLst/>
              <a:gdLst/>
              <a:ahLst/>
              <a:rect l="l" t="t" r="r" b="b"/>
              <a:pathLst>
                <a:path w="472" h="54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Google Shape;1628;p10"/>
            <p:cNvSpPr/>
            <p:nvPr/>
          </p:nvSpPr>
          <p:spPr>
            <a:xfrm>
              <a:off x="5928120" y="6785640"/>
              <a:ext cx="164520" cy="75600"/>
            </a:xfrm>
            <a:custGeom>
              <a:avLst/>
              <a:gdLst/>
              <a:ahLst/>
              <a:rect l="l" t="t" r="r" b="b"/>
              <a:pathLst>
                <a:path w="2492" h="1146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Google Shape;1629;p10"/>
            <p:cNvSpPr/>
            <p:nvPr/>
          </p:nvSpPr>
          <p:spPr>
            <a:xfrm>
              <a:off x="6102360" y="6696360"/>
              <a:ext cx="24120" cy="39960"/>
            </a:xfrm>
            <a:custGeom>
              <a:avLst/>
              <a:gdLst/>
              <a:ahLst/>
              <a:rect l="l" t="t" r="r" b="b"/>
              <a:pathLst>
                <a:path w="371" h="607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Google Shape;1630;p10"/>
            <p:cNvSpPr/>
            <p:nvPr/>
          </p:nvSpPr>
          <p:spPr>
            <a:xfrm>
              <a:off x="5331600" y="6694200"/>
              <a:ext cx="33120" cy="41760"/>
            </a:xfrm>
            <a:custGeom>
              <a:avLst/>
              <a:gdLst/>
              <a:ahLst/>
              <a:rect l="l" t="t" r="r" b="b"/>
              <a:pathLst>
                <a:path w="506" h="64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Google Shape;1631;p10"/>
            <p:cNvSpPr/>
            <p:nvPr/>
          </p:nvSpPr>
          <p:spPr>
            <a:xfrm>
              <a:off x="5258160" y="6591240"/>
              <a:ext cx="162720" cy="169560"/>
            </a:xfrm>
            <a:custGeom>
              <a:avLst/>
              <a:gdLst/>
              <a:ahLst/>
              <a:rect l="l" t="t" r="r" b="b"/>
              <a:pathLst>
                <a:path w="2459" h="256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Google Shape;1632;p10"/>
            <p:cNvSpPr/>
            <p:nvPr/>
          </p:nvSpPr>
          <p:spPr>
            <a:xfrm>
              <a:off x="5445720" y="6595560"/>
              <a:ext cx="180360" cy="169560"/>
            </a:xfrm>
            <a:custGeom>
              <a:avLst/>
              <a:gdLst/>
              <a:ahLst/>
              <a:rect l="l" t="t" r="r" b="b"/>
              <a:pathLst>
                <a:path w="2728" h="256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Google Shape;1633;p10"/>
            <p:cNvSpPr/>
            <p:nvPr/>
          </p:nvSpPr>
          <p:spPr>
            <a:xfrm>
              <a:off x="5519160" y="6698520"/>
              <a:ext cx="37440" cy="42120"/>
            </a:xfrm>
            <a:custGeom>
              <a:avLst/>
              <a:gdLst/>
              <a:ahLst/>
              <a:rect l="l" t="t" r="r" b="b"/>
              <a:pathLst>
                <a:path w="573" h="641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" name="Google Shape;1634;p10"/>
            <p:cNvSpPr/>
            <p:nvPr/>
          </p:nvSpPr>
          <p:spPr>
            <a:xfrm>
              <a:off x="5731200" y="6799320"/>
              <a:ext cx="10800" cy="61920"/>
            </a:xfrm>
            <a:custGeom>
              <a:avLst/>
              <a:gdLst/>
              <a:ahLst/>
              <a:rect l="l" t="t" r="r" b="b"/>
              <a:pathLst>
                <a:path w="169" h="944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" name="Google Shape;1635;p10"/>
            <p:cNvSpPr/>
            <p:nvPr/>
          </p:nvSpPr>
          <p:spPr>
            <a:xfrm>
              <a:off x="5349600" y="6789960"/>
              <a:ext cx="171360" cy="71280"/>
            </a:xfrm>
            <a:custGeom>
              <a:avLst/>
              <a:gdLst/>
              <a:ahLst/>
              <a:rect l="l" t="t" r="r" b="b"/>
              <a:pathLst>
                <a:path w="2593" h="1079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Google Shape;1636;p10"/>
            <p:cNvSpPr/>
            <p:nvPr/>
          </p:nvSpPr>
          <p:spPr>
            <a:xfrm>
              <a:off x="5641920" y="6591240"/>
              <a:ext cx="167040" cy="180720"/>
            </a:xfrm>
            <a:custGeom>
              <a:avLst/>
              <a:gdLst/>
              <a:ahLst/>
              <a:rect l="l" t="t" r="r" b="b"/>
              <a:pathLst>
                <a:path w="2526" h="2728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Google Shape;1637;p10"/>
            <p:cNvSpPr/>
            <p:nvPr/>
          </p:nvSpPr>
          <p:spPr>
            <a:xfrm>
              <a:off x="5903640" y="6696360"/>
              <a:ext cx="37440" cy="39960"/>
            </a:xfrm>
            <a:custGeom>
              <a:avLst/>
              <a:gdLst/>
              <a:ahLst/>
              <a:rect l="l" t="t" r="r" b="b"/>
              <a:pathLst>
                <a:path w="573" h="607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Google Shape;1638;p10"/>
            <p:cNvSpPr/>
            <p:nvPr/>
          </p:nvSpPr>
          <p:spPr>
            <a:xfrm>
              <a:off x="5874480" y="6465960"/>
              <a:ext cx="180360" cy="111600"/>
            </a:xfrm>
            <a:custGeom>
              <a:avLst/>
              <a:gdLst/>
              <a:ahLst/>
              <a:rect l="l" t="t" r="r" b="b"/>
              <a:pathLst>
                <a:path w="2728" h="1684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Google Shape;1639;p10"/>
            <p:cNvSpPr/>
            <p:nvPr/>
          </p:nvSpPr>
          <p:spPr>
            <a:xfrm>
              <a:off x="5720400" y="6783480"/>
              <a:ext cx="182880" cy="77760"/>
            </a:xfrm>
            <a:custGeom>
              <a:avLst/>
              <a:gdLst/>
              <a:ahLst/>
              <a:rect l="l" t="t" r="r" b="b"/>
              <a:pathLst>
                <a:path w="2762" h="118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Google Shape;1640;p10"/>
            <p:cNvSpPr/>
            <p:nvPr/>
          </p:nvSpPr>
          <p:spPr>
            <a:xfrm>
              <a:off x="6033240" y="6591240"/>
              <a:ext cx="173880" cy="176400"/>
            </a:xfrm>
            <a:custGeom>
              <a:avLst/>
              <a:gdLst/>
              <a:ahLst/>
              <a:rect l="l" t="t" r="r" b="b"/>
              <a:pathLst>
                <a:path w="2627" h="2661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Google Shape;1641;p10"/>
            <p:cNvSpPr/>
            <p:nvPr/>
          </p:nvSpPr>
          <p:spPr>
            <a:xfrm>
              <a:off x="5716080" y="6703200"/>
              <a:ext cx="26280" cy="35640"/>
            </a:xfrm>
            <a:custGeom>
              <a:avLst/>
              <a:gdLst/>
              <a:ahLst/>
              <a:rect l="l" t="t" r="r" b="b"/>
              <a:pathLst>
                <a:path w="405" h="54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Google Shape;1642;p10"/>
            <p:cNvSpPr/>
            <p:nvPr/>
          </p:nvSpPr>
          <p:spPr>
            <a:xfrm>
              <a:off x="5836320" y="6593760"/>
              <a:ext cx="167040" cy="176040"/>
            </a:xfrm>
            <a:custGeom>
              <a:avLst/>
              <a:gdLst/>
              <a:ahLst/>
              <a:rect l="l" t="t" r="r" b="b"/>
              <a:pathLst>
                <a:path w="2527" h="266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Google Shape;1643;p10"/>
            <p:cNvSpPr/>
            <p:nvPr/>
          </p:nvSpPr>
          <p:spPr>
            <a:xfrm>
              <a:off x="5668920" y="6461640"/>
              <a:ext cx="184680" cy="115920"/>
            </a:xfrm>
            <a:custGeom>
              <a:avLst/>
              <a:gdLst/>
              <a:ahLst/>
              <a:rect l="l" t="t" r="r" b="b"/>
              <a:pathLst>
                <a:path w="2796" h="1752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Google Shape;1644;p10"/>
            <p:cNvSpPr/>
            <p:nvPr/>
          </p:nvSpPr>
          <p:spPr>
            <a:xfrm>
              <a:off x="5541840" y="6794280"/>
              <a:ext cx="169200" cy="66960"/>
            </a:xfrm>
            <a:custGeom>
              <a:avLst/>
              <a:gdLst/>
              <a:ahLst/>
              <a:rect l="l" t="t" r="r" b="b"/>
              <a:pathLst>
                <a:path w="2560" h="1011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Google Shape;1645;p10"/>
            <p:cNvSpPr/>
            <p:nvPr/>
          </p:nvSpPr>
          <p:spPr>
            <a:xfrm>
              <a:off x="4616640" y="6298560"/>
              <a:ext cx="2957400" cy="562680"/>
            </a:xfrm>
            <a:custGeom>
              <a:avLst/>
              <a:gdLst/>
              <a:ahLst/>
              <a:rect l="l" t="t" r="r" b="b"/>
              <a:pathLst>
                <a:path w="44577" h="8486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" name="Google Shape;1646;p10"/>
            <p:cNvSpPr/>
            <p:nvPr/>
          </p:nvSpPr>
          <p:spPr>
            <a:xfrm>
              <a:off x="6901920" y="6781320"/>
              <a:ext cx="169560" cy="80280"/>
            </a:xfrm>
            <a:custGeom>
              <a:avLst/>
              <a:gdLst/>
              <a:ahLst/>
              <a:rect l="l" t="t" r="r" b="b"/>
              <a:pathLst>
                <a:path w="2560" h="1213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6" name="Google Shape;1647;p10"/>
          <p:cNvGrpSpPr/>
          <p:nvPr/>
        </p:nvGrpSpPr>
        <p:grpSpPr>
          <a:xfrm>
            <a:off x="892080" y="4842360"/>
            <a:ext cx="488880" cy="2018880"/>
            <a:chOff x="892080" y="4842360"/>
            <a:chExt cx="488880" cy="2018880"/>
          </a:xfrm>
        </p:grpSpPr>
        <p:sp>
          <p:nvSpPr>
            <p:cNvPr id="137" name="Google Shape;1648;p10"/>
            <p:cNvSpPr/>
            <p:nvPr/>
          </p:nvSpPr>
          <p:spPr>
            <a:xfrm>
              <a:off x="892080" y="4842360"/>
              <a:ext cx="488880" cy="2018880"/>
            </a:xfrm>
            <a:custGeom>
              <a:avLst/>
              <a:gdLst/>
              <a:ahLst/>
              <a:rect l="l" t="t" r="r" b="b"/>
              <a:pathLst>
                <a:path w="7374" h="30437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" name="Google Shape;1649;p10"/>
            <p:cNvSpPr/>
            <p:nvPr/>
          </p:nvSpPr>
          <p:spPr>
            <a:xfrm>
              <a:off x="979200" y="5706720"/>
              <a:ext cx="350280" cy="343800"/>
            </a:xfrm>
            <a:custGeom>
              <a:avLst/>
              <a:gdLst/>
              <a:ahLst/>
              <a:rect l="l" t="t" r="r" b="b"/>
              <a:pathLst>
                <a:path w="5287" h="5186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" name="Google Shape;1650;p10"/>
            <p:cNvSpPr/>
            <p:nvPr/>
          </p:nvSpPr>
          <p:spPr>
            <a:xfrm>
              <a:off x="1240560" y="5793840"/>
              <a:ext cx="39960" cy="26280"/>
            </a:xfrm>
            <a:custGeom>
              <a:avLst/>
              <a:gdLst/>
              <a:ahLst/>
              <a:rect l="l" t="t" r="r" b="b"/>
              <a:pathLst>
                <a:path w="607" h="405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" name="Google Shape;1651;p10"/>
            <p:cNvSpPr/>
            <p:nvPr/>
          </p:nvSpPr>
          <p:spPr>
            <a:xfrm>
              <a:off x="1053000" y="5767200"/>
              <a:ext cx="37440" cy="33120"/>
            </a:xfrm>
            <a:custGeom>
              <a:avLst/>
              <a:gdLst/>
              <a:ahLst/>
              <a:rect l="l" t="t" r="r" b="b"/>
              <a:pathLst>
                <a:path w="573" h="506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" name="Google Shape;1652;p10"/>
            <p:cNvSpPr/>
            <p:nvPr/>
          </p:nvSpPr>
          <p:spPr>
            <a:xfrm>
              <a:off x="1001520" y="5823000"/>
              <a:ext cx="51120" cy="17280"/>
            </a:xfrm>
            <a:custGeom>
              <a:avLst/>
              <a:gdLst/>
              <a:ahLst/>
              <a:rect l="l" t="t" r="r" b="b"/>
              <a:pathLst>
                <a:path w="776" h="27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" name="Google Shape;1653;p10"/>
            <p:cNvSpPr/>
            <p:nvPr/>
          </p:nvSpPr>
          <p:spPr>
            <a:xfrm>
              <a:off x="923400" y="4875840"/>
              <a:ext cx="194040" cy="203040"/>
            </a:xfrm>
            <a:custGeom>
              <a:avLst/>
              <a:gdLst/>
              <a:ahLst/>
              <a:rect l="l" t="t" r="r" b="b"/>
              <a:pathLst>
                <a:path w="2930" h="3065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Google Shape;1654;p10"/>
            <p:cNvSpPr/>
            <p:nvPr/>
          </p:nvSpPr>
          <p:spPr>
            <a:xfrm>
              <a:off x="1126440" y="5736240"/>
              <a:ext cx="17280" cy="43920"/>
            </a:xfrm>
            <a:custGeom>
              <a:avLst/>
              <a:gdLst/>
              <a:ahLst/>
              <a:rect l="l" t="t" r="r" b="b"/>
              <a:pathLst>
                <a:path w="270" h="674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Google Shape;1655;p10"/>
            <p:cNvSpPr/>
            <p:nvPr/>
          </p:nvSpPr>
          <p:spPr>
            <a:xfrm>
              <a:off x="1122120" y="5802840"/>
              <a:ext cx="131400" cy="131400"/>
            </a:xfrm>
            <a:custGeom>
              <a:avLst/>
              <a:gdLst/>
              <a:ahLst/>
              <a:rect l="l" t="t" r="r" b="b"/>
              <a:pathLst>
                <a:path w="1988" h="1988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Google Shape;1656;p10"/>
            <p:cNvSpPr/>
            <p:nvPr/>
          </p:nvSpPr>
          <p:spPr>
            <a:xfrm>
              <a:off x="1224720" y="5979600"/>
              <a:ext cx="24120" cy="17280"/>
            </a:xfrm>
            <a:custGeom>
              <a:avLst/>
              <a:gdLst/>
              <a:ahLst/>
              <a:rect l="l" t="t" r="r" b="b"/>
              <a:pathLst>
                <a:path w="371" h="27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6" name="Google Shape;1657;p10"/>
            <p:cNvSpPr/>
            <p:nvPr/>
          </p:nvSpPr>
          <p:spPr>
            <a:xfrm>
              <a:off x="1218240" y="6437520"/>
              <a:ext cx="26280" cy="35280"/>
            </a:xfrm>
            <a:custGeom>
              <a:avLst/>
              <a:gdLst/>
              <a:ahLst/>
              <a:rect l="l" t="t" r="r" b="b"/>
              <a:pathLst>
                <a:path w="405" h="54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" name="Google Shape;1658;p10"/>
            <p:cNvSpPr/>
            <p:nvPr/>
          </p:nvSpPr>
          <p:spPr>
            <a:xfrm>
              <a:off x="1271880" y="6729480"/>
              <a:ext cx="24120" cy="30960"/>
            </a:xfrm>
            <a:custGeom>
              <a:avLst/>
              <a:gdLst/>
              <a:ahLst/>
              <a:rect l="l" t="t" r="r" b="b"/>
              <a:pathLst>
                <a:path w="372" h="473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Google Shape;1659;p10"/>
            <p:cNvSpPr/>
            <p:nvPr/>
          </p:nvSpPr>
          <p:spPr>
            <a:xfrm>
              <a:off x="1244880" y="6589080"/>
              <a:ext cx="28800" cy="33120"/>
            </a:xfrm>
            <a:custGeom>
              <a:avLst/>
              <a:gdLst/>
              <a:ahLst/>
              <a:rect l="l" t="t" r="r" b="b"/>
              <a:pathLst>
                <a:path w="439" h="506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9" name="Google Shape;1660;p10"/>
            <p:cNvSpPr/>
            <p:nvPr/>
          </p:nvSpPr>
          <p:spPr>
            <a:xfrm>
              <a:off x="1242720" y="6515640"/>
              <a:ext cx="26280" cy="30600"/>
            </a:xfrm>
            <a:custGeom>
              <a:avLst/>
              <a:gdLst/>
              <a:ahLst/>
              <a:rect l="l" t="t" r="r" b="b"/>
              <a:pathLst>
                <a:path w="406" h="473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0" name="Google Shape;1661;p10"/>
            <p:cNvSpPr/>
            <p:nvPr/>
          </p:nvSpPr>
          <p:spPr>
            <a:xfrm>
              <a:off x="1262880" y="6669720"/>
              <a:ext cx="26280" cy="26280"/>
            </a:xfrm>
            <a:custGeom>
              <a:avLst/>
              <a:gdLst/>
              <a:ahLst/>
              <a:rect l="l" t="t" r="r" b="b"/>
              <a:pathLst>
                <a:path w="405" h="405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Google Shape;1662;p10"/>
            <p:cNvSpPr/>
            <p:nvPr/>
          </p:nvSpPr>
          <p:spPr>
            <a:xfrm>
              <a:off x="1287360" y="6810120"/>
              <a:ext cx="23760" cy="37440"/>
            </a:xfrm>
            <a:custGeom>
              <a:avLst/>
              <a:gdLst/>
              <a:ahLst/>
              <a:rect l="l" t="t" r="r" b="b"/>
              <a:pathLst>
                <a:path w="371" h="574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2" name="PlaceHolder 2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18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Click to edit the outline </a:t>
            </a: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Second Outline </a:t>
            </a: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Third Outline </a:t>
            </a: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Fourth </a:t>
            </a: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7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Outli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ne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Lev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ix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th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ut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873;p6"/>
          <p:cNvGrpSpPr/>
          <p:nvPr/>
        </p:nvGrpSpPr>
        <p:grpSpPr>
          <a:xfrm>
            <a:off x="2454840" y="6053760"/>
            <a:ext cx="1480320" cy="816480"/>
            <a:chOff x="2454840" y="6053760"/>
            <a:chExt cx="1480320" cy="816480"/>
          </a:xfrm>
        </p:grpSpPr>
        <p:sp>
          <p:nvSpPr>
            <p:cNvPr id="191" name="Google Shape;874;p6"/>
            <p:cNvSpPr/>
            <p:nvPr/>
          </p:nvSpPr>
          <p:spPr>
            <a:xfrm>
              <a:off x="2454840" y="6053760"/>
              <a:ext cx="1480320" cy="816120"/>
            </a:xfrm>
            <a:custGeom>
              <a:avLst/>
              <a:gdLst/>
              <a:ahLst/>
              <a:rect l="l" t="t" r="r" b="b"/>
              <a:pathLst>
                <a:path w="22289" h="12289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Google Shape;875;p6"/>
            <p:cNvSpPr/>
            <p:nvPr/>
          </p:nvSpPr>
          <p:spPr>
            <a:xfrm>
              <a:off x="2529000" y="6118560"/>
              <a:ext cx="627840" cy="500760"/>
            </a:xfrm>
            <a:custGeom>
              <a:avLst/>
              <a:gdLst/>
              <a:ahLst/>
              <a:rect l="l" t="t" r="r" b="b"/>
              <a:pathLst>
                <a:path w="9461" h="7543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Google Shape;876;p6"/>
            <p:cNvSpPr/>
            <p:nvPr/>
          </p:nvSpPr>
          <p:spPr>
            <a:xfrm>
              <a:off x="3285000" y="6373800"/>
              <a:ext cx="569520" cy="496440"/>
            </a:xfrm>
            <a:custGeom>
              <a:avLst/>
              <a:gdLst/>
              <a:ahLst/>
              <a:rect l="l" t="t" r="r" b="b"/>
              <a:pathLst>
                <a:path w="8586" h="7475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4" name="Google Shape;877;p6"/>
          <p:cNvGrpSpPr/>
          <p:nvPr/>
        </p:nvGrpSpPr>
        <p:grpSpPr>
          <a:xfrm>
            <a:off x="456120" y="5577480"/>
            <a:ext cx="491400" cy="970200"/>
            <a:chOff x="456120" y="5577480"/>
            <a:chExt cx="491400" cy="970200"/>
          </a:xfrm>
        </p:grpSpPr>
        <p:sp>
          <p:nvSpPr>
            <p:cNvPr id="195" name="Google Shape;878;p6"/>
            <p:cNvSpPr/>
            <p:nvPr/>
          </p:nvSpPr>
          <p:spPr>
            <a:xfrm>
              <a:off x="514080" y="6255360"/>
              <a:ext cx="102960" cy="281160"/>
            </a:xfrm>
            <a:custGeom>
              <a:avLst/>
              <a:gdLst/>
              <a:ahLst/>
              <a:rect l="l" t="t" r="r" b="b"/>
              <a:pathLst>
                <a:path w="1550" h="4243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Google Shape;879;p6"/>
            <p:cNvSpPr/>
            <p:nvPr/>
          </p:nvSpPr>
          <p:spPr>
            <a:xfrm>
              <a:off x="746640" y="5734080"/>
              <a:ext cx="171720" cy="111240"/>
            </a:xfrm>
            <a:custGeom>
              <a:avLst/>
              <a:gdLst/>
              <a:ahLst/>
              <a:rect l="l" t="t" r="r" b="b"/>
              <a:pathLst>
                <a:path w="2594" h="1685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Google Shape;880;p6"/>
            <p:cNvSpPr/>
            <p:nvPr/>
          </p:nvSpPr>
          <p:spPr>
            <a:xfrm>
              <a:off x="456120" y="5577480"/>
              <a:ext cx="491400" cy="970200"/>
            </a:xfrm>
            <a:custGeom>
              <a:avLst/>
              <a:gdLst/>
              <a:ahLst/>
              <a:rect l="l" t="t" r="r" b="b"/>
              <a:pathLst>
                <a:path w="7407" h="14613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8" name="Google Shape;881;p6"/>
          <p:cNvGrpSpPr/>
          <p:nvPr/>
        </p:nvGrpSpPr>
        <p:grpSpPr>
          <a:xfrm>
            <a:off x="0" y="1643760"/>
            <a:ext cx="605880" cy="1088640"/>
            <a:chOff x="0" y="1643760"/>
            <a:chExt cx="605880" cy="1088640"/>
          </a:xfrm>
        </p:grpSpPr>
        <p:sp>
          <p:nvSpPr>
            <p:cNvPr id="199" name="Google Shape;882;p6"/>
            <p:cNvSpPr/>
            <p:nvPr/>
          </p:nvSpPr>
          <p:spPr>
            <a:xfrm>
              <a:off x="0" y="1711080"/>
              <a:ext cx="520920" cy="799920"/>
            </a:xfrm>
            <a:custGeom>
              <a:avLst/>
              <a:gdLst/>
              <a:ahLst/>
              <a:rect l="l" t="t" r="r" b="b"/>
              <a:pathLst>
                <a:path w="7846" h="12054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" name="Google Shape;883;p6"/>
            <p:cNvSpPr/>
            <p:nvPr/>
          </p:nvSpPr>
          <p:spPr>
            <a:xfrm>
              <a:off x="0" y="1643760"/>
              <a:ext cx="585720" cy="91080"/>
            </a:xfrm>
            <a:custGeom>
              <a:avLst/>
              <a:gdLst/>
              <a:ahLst/>
              <a:rect l="l" t="t" r="r" b="b"/>
              <a:pathLst>
                <a:path w="8822" h="1382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Google Shape;884;p6"/>
            <p:cNvSpPr/>
            <p:nvPr/>
          </p:nvSpPr>
          <p:spPr>
            <a:xfrm>
              <a:off x="0" y="1712880"/>
              <a:ext cx="605880" cy="1019520"/>
            </a:xfrm>
            <a:custGeom>
              <a:avLst/>
              <a:gdLst/>
              <a:ahLst/>
              <a:rect l="l" t="t" r="r" b="b"/>
              <a:pathLst>
                <a:path w="9125" h="15354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2" name="Google Shape;885;p6"/>
          <p:cNvGrpSpPr/>
          <p:nvPr/>
        </p:nvGrpSpPr>
        <p:grpSpPr>
          <a:xfrm>
            <a:off x="0" y="4096800"/>
            <a:ext cx="972720" cy="1395360"/>
            <a:chOff x="0" y="4096800"/>
            <a:chExt cx="972720" cy="1395360"/>
          </a:xfrm>
        </p:grpSpPr>
        <p:sp>
          <p:nvSpPr>
            <p:cNvPr id="203" name="Google Shape;886;p6"/>
            <p:cNvSpPr/>
            <p:nvPr/>
          </p:nvSpPr>
          <p:spPr>
            <a:xfrm>
              <a:off x="0" y="4096800"/>
              <a:ext cx="972720" cy="1395360"/>
            </a:xfrm>
            <a:custGeom>
              <a:avLst/>
              <a:gdLst/>
              <a:ahLst/>
              <a:rect l="l" t="t" r="r" b="b"/>
              <a:pathLst>
                <a:path w="14647" h="2101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Google Shape;887;p6"/>
            <p:cNvSpPr/>
            <p:nvPr/>
          </p:nvSpPr>
          <p:spPr>
            <a:xfrm>
              <a:off x="0" y="4351680"/>
              <a:ext cx="905400" cy="914400"/>
            </a:xfrm>
            <a:custGeom>
              <a:avLst/>
              <a:gdLst/>
              <a:ahLst/>
              <a:rect l="l" t="t" r="r" b="b"/>
              <a:pathLst>
                <a:path w="13637" h="13771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" name="Google Shape;888;p6"/>
            <p:cNvSpPr/>
            <p:nvPr/>
          </p:nvSpPr>
          <p:spPr>
            <a:xfrm>
              <a:off x="0" y="4419000"/>
              <a:ext cx="621720" cy="773280"/>
            </a:xfrm>
            <a:custGeom>
              <a:avLst/>
              <a:gdLst/>
              <a:ahLst/>
              <a:rect l="l" t="t" r="r" b="b"/>
              <a:pathLst>
                <a:path w="9361" h="1165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6" name="Google Shape;889;p6"/>
          <p:cNvGrpSpPr/>
          <p:nvPr/>
        </p:nvGrpSpPr>
        <p:grpSpPr>
          <a:xfrm>
            <a:off x="7926120" y="0"/>
            <a:ext cx="3365640" cy="1013040"/>
            <a:chOff x="7926120" y="0"/>
            <a:chExt cx="3365640" cy="1013040"/>
          </a:xfrm>
        </p:grpSpPr>
        <p:sp>
          <p:nvSpPr>
            <p:cNvPr id="207" name="Google Shape;890;p6"/>
            <p:cNvSpPr/>
            <p:nvPr/>
          </p:nvSpPr>
          <p:spPr>
            <a:xfrm>
              <a:off x="10728360" y="136440"/>
              <a:ext cx="149400" cy="12960"/>
            </a:xfrm>
            <a:custGeom>
              <a:avLst/>
              <a:gdLst/>
              <a:ahLst/>
              <a:rect l="l" t="t" r="r" b="b"/>
              <a:pathLst>
                <a:path w="2257" h="203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" name="Google Shape;891;p6"/>
            <p:cNvSpPr/>
            <p:nvPr/>
          </p:nvSpPr>
          <p:spPr>
            <a:xfrm>
              <a:off x="10261080" y="0"/>
              <a:ext cx="717480" cy="426960"/>
            </a:xfrm>
            <a:custGeom>
              <a:avLst/>
              <a:gdLst/>
              <a:ahLst/>
              <a:rect l="l" t="t" r="r" b="b"/>
              <a:pathLst>
                <a:path w="10808" h="6432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Google Shape;892;p6"/>
            <p:cNvSpPr/>
            <p:nvPr/>
          </p:nvSpPr>
          <p:spPr>
            <a:xfrm>
              <a:off x="7926120" y="0"/>
              <a:ext cx="3365640" cy="1013040"/>
            </a:xfrm>
            <a:custGeom>
              <a:avLst/>
              <a:gdLst/>
              <a:ahLst/>
              <a:rect l="l" t="t" r="r" b="b"/>
              <a:pathLst>
                <a:path w="50672" h="15253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Google Shape;893;p6"/>
            <p:cNvSpPr/>
            <p:nvPr/>
          </p:nvSpPr>
          <p:spPr>
            <a:xfrm>
              <a:off x="10699200" y="217080"/>
              <a:ext cx="155880" cy="24120"/>
            </a:xfrm>
            <a:custGeom>
              <a:avLst/>
              <a:gdLst/>
              <a:ahLst/>
              <a:rect l="l" t="t" r="r" b="b"/>
              <a:pathLst>
                <a:path w="2357" h="371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Google Shape;894;p6"/>
            <p:cNvSpPr/>
            <p:nvPr/>
          </p:nvSpPr>
          <p:spPr>
            <a:xfrm>
              <a:off x="10294560" y="483480"/>
              <a:ext cx="283680" cy="95400"/>
            </a:xfrm>
            <a:custGeom>
              <a:avLst/>
              <a:gdLst/>
              <a:ahLst/>
              <a:rect l="l" t="t" r="r" b="b"/>
              <a:pathLst>
                <a:path w="4276" h="1448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Google Shape;895;p6"/>
            <p:cNvSpPr/>
            <p:nvPr/>
          </p:nvSpPr>
          <p:spPr>
            <a:xfrm>
              <a:off x="10294560" y="577080"/>
              <a:ext cx="194400" cy="66600"/>
            </a:xfrm>
            <a:custGeom>
              <a:avLst/>
              <a:gdLst/>
              <a:ahLst/>
              <a:rect l="l" t="t" r="r" b="b"/>
              <a:pathLst>
                <a:path w="2930" h="1011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Google Shape;896;p6"/>
            <p:cNvSpPr/>
            <p:nvPr/>
          </p:nvSpPr>
          <p:spPr>
            <a:xfrm>
              <a:off x="10281240" y="450000"/>
              <a:ext cx="247680" cy="57600"/>
            </a:xfrm>
            <a:custGeom>
              <a:avLst/>
              <a:gdLst/>
              <a:ahLst/>
              <a:rect l="l" t="t" r="r" b="b"/>
              <a:pathLst>
                <a:path w="3738" h="876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Google Shape;897;p6"/>
            <p:cNvSpPr/>
            <p:nvPr/>
          </p:nvSpPr>
          <p:spPr>
            <a:xfrm>
              <a:off x="8666280" y="0"/>
              <a:ext cx="71280" cy="386640"/>
            </a:xfrm>
            <a:custGeom>
              <a:avLst/>
              <a:gdLst/>
              <a:ahLst/>
              <a:rect l="l" t="t" r="r" b="b"/>
              <a:pathLst>
                <a:path w="1079" h="5826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15" name="Google Shape;898;p6"/>
          <p:cNvGrpSpPr/>
          <p:nvPr/>
        </p:nvGrpSpPr>
        <p:grpSpPr>
          <a:xfrm>
            <a:off x="11341440" y="2085480"/>
            <a:ext cx="849600" cy="1507320"/>
            <a:chOff x="11341440" y="2085480"/>
            <a:chExt cx="849600" cy="1507320"/>
          </a:xfrm>
        </p:grpSpPr>
        <p:sp>
          <p:nvSpPr>
            <p:cNvPr id="216" name="Google Shape;899;p6"/>
            <p:cNvSpPr/>
            <p:nvPr/>
          </p:nvSpPr>
          <p:spPr>
            <a:xfrm>
              <a:off x="11404080" y="2232720"/>
              <a:ext cx="786600" cy="1200600"/>
            </a:xfrm>
            <a:custGeom>
              <a:avLst/>
              <a:gdLst/>
              <a:ahLst/>
              <a:rect l="l" t="t" r="r" b="b"/>
              <a:pathLst>
                <a:path w="11852" h="18081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Google Shape;900;p6"/>
            <p:cNvSpPr/>
            <p:nvPr/>
          </p:nvSpPr>
          <p:spPr>
            <a:xfrm>
              <a:off x="11752920" y="3449520"/>
              <a:ext cx="86760" cy="62640"/>
            </a:xfrm>
            <a:custGeom>
              <a:avLst/>
              <a:gdLst/>
              <a:ahLst/>
              <a:rect l="l" t="t" r="r" b="b"/>
              <a:pathLst>
                <a:path w="1314" h="943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" name="Google Shape;901;p6"/>
            <p:cNvSpPr/>
            <p:nvPr/>
          </p:nvSpPr>
          <p:spPr>
            <a:xfrm>
              <a:off x="11419920" y="2242080"/>
              <a:ext cx="46440" cy="46440"/>
            </a:xfrm>
            <a:custGeom>
              <a:avLst/>
              <a:gdLst/>
              <a:ahLst/>
              <a:rect l="l" t="t" r="r" b="b"/>
              <a:pathLst>
                <a:path w="708" h="708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9" name="Google Shape;902;p6"/>
            <p:cNvSpPr/>
            <p:nvPr/>
          </p:nvSpPr>
          <p:spPr>
            <a:xfrm>
              <a:off x="11748600" y="3479040"/>
              <a:ext cx="21960" cy="39600"/>
            </a:xfrm>
            <a:custGeom>
              <a:avLst/>
              <a:gdLst/>
              <a:ahLst/>
              <a:rect l="l" t="t" r="r" b="b"/>
              <a:pathLst>
                <a:path w="338" h="607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0" name="Google Shape;903;p6"/>
            <p:cNvSpPr/>
            <p:nvPr/>
          </p:nvSpPr>
          <p:spPr>
            <a:xfrm>
              <a:off x="11592000" y="2179080"/>
              <a:ext cx="140760" cy="53280"/>
            </a:xfrm>
            <a:custGeom>
              <a:avLst/>
              <a:gdLst/>
              <a:ahLst/>
              <a:rect l="l" t="t" r="r" b="b"/>
              <a:pathLst>
                <a:path w="2123" h="809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" name="Google Shape;904;p6"/>
            <p:cNvSpPr/>
            <p:nvPr/>
          </p:nvSpPr>
          <p:spPr>
            <a:xfrm>
              <a:off x="11902680" y="3380400"/>
              <a:ext cx="203040" cy="107280"/>
            </a:xfrm>
            <a:custGeom>
              <a:avLst/>
              <a:gdLst/>
              <a:ahLst/>
              <a:rect l="l" t="t" r="r" b="b"/>
              <a:pathLst>
                <a:path w="3065" h="1617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2" name="Google Shape;905;p6"/>
            <p:cNvSpPr/>
            <p:nvPr/>
          </p:nvSpPr>
          <p:spPr>
            <a:xfrm>
              <a:off x="11341440" y="2085480"/>
              <a:ext cx="849600" cy="1507320"/>
            </a:xfrm>
            <a:custGeom>
              <a:avLst/>
              <a:gdLst/>
              <a:ahLst/>
              <a:rect l="l" t="t" r="r" b="b"/>
              <a:pathLst>
                <a:path w="12794" h="22693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Google Shape;906;p6"/>
            <p:cNvSpPr/>
            <p:nvPr/>
          </p:nvSpPr>
          <p:spPr>
            <a:xfrm>
              <a:off x="11842200" y="2147760"/>
              <a:ext cx="28800" cy="26640"/>
            </a:xfrm>
            <a:custGeom>
              <a:avLst/>
              <a:gdLst/>
              <a:ahLst/>
              <a:rect l="l" t="t" r="r" b="b"/>
              <a:pathLst>
                <a:path w="439" h="405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24" name="Google Shape;907;p6"/>
          <p:cNvGrpSpPr/>
          <p:nvPr/>
        </p:nvGrpSpPr>
        <p:grpSpPr>
          <a:xfrm>
            <a:off x="9952560" y="4824360"/>
            <a:ext cx="2238840" cy="2045880"/>
            <a:chOff x="9952560" y="4824360"/>
            <a:chExt cx="2238840" cy="2045880"/>
          </a:xfrm>
        </p:grpSpPr>
        <p:sp>
          <p:nvSpPr>
            <p:cNvPr id="225" name="Google Shape;908;p6"/>
            <p:cNvSpPr/>
            <p:nvPr/>
          </p:nvSpPr>
          <p:spPr>
            <a:xfrm>
              <a:off x="11044080" y="6611040"/>
              <a:ext cx="813600" cy="259200"/>
            </a:xfrm>
            <a:custGeom>
              <a:avLst/>
              <a:gdLst/>
              <a:ahLst/>
              <a:rect l="l" t="t" r="r" b="b"/>
              <a:pathLst>
                <a:path w="12256" h="3906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" name="Google Shape;909;p6"/>
            <p:cNvSpPr/>
            <p:nvPr/>
          </p:nvSpPr>
          <p:spPr>
            <a:xfrm>
              <a:off x="10140840" y="6255720"/>
              <a:ext cx="151560" cy="142560"/>
            </a:xfrm>
            <a:custGeom>
              <a:avLst/>
              <a:gdLst/>
              <a:ahLst/>
              <a:rect l="l" t="t" r="r" b="b"/>
              <a:pathLst>
                <a:path w="2290" h="2156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7" name="Google Shape;910;p6"/>
            <p:cNvSpPr/>
            <p:nvPr/>
          </p:nvSpPr>
          <p:spPr>
            <a:xfrm>
              <a:off x="9952560" y="5991480"/>
              <a:ext cx="1041480" cy="878400"/>
            </a:xfrm>
            <a:custGeom>
              <a:avLst/>
              <a:gdLst/>
              <a:ahLst/>
              <a:rect l="l" t="t" r="r" b="b"/>
              <a:pathLst>
                <a:path w="15690" h="13232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8" name="Google Shape;911;p6"/>
            <p:cNvSpPr/>
            <p:nvPr/>
          </p:nvSpPr>
          <p:spPr>
            <a:xfrm>
              <a:off x="11929680" y="6758640"/>
              <a:ext cx="261000" cy="111240"/>
            </a:xfrm>
            <a:custGeom>
              <a:avLst/>
              <a:gdLst/>
              <a:ahLst/>
              <a:rect l="l" t="t" r="r" b="b"/>
              <a:pathLst>
                <a:path w="3940" h="1684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9" name="Google Shape;912;p6"/>
            <p:cNvSpPr/>
            <p:nvPr/>
          </p:nvSpPr>
          <p:spPr>
            <a:xfrm>
              <a:off x="10022040" y="6130440"/>
              <a:ext cx="60120" cy="57600"/>
            </a:xfrm>
            <a:custGeom>
              <a:avLst/>
              <a:gdLst/>
              <a:ahLst/>
              <a:rect l="l" t="t" r="r" b="b"/>
              <a:pathLst>
                <a:path w="910" h="877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0" name="Google Shape;913;p6"/>
            <p:cNvSpPr/>
            <p:nvPr/>
          </p:nvSpPr>
          <p:spPr>
            <a:xfrm>
              <a:off x="10310760" y="5423400"/>
              <a:ext cx="1880640" cy="1158120"/>
            </a:xfrm>
            <a:custGeom>
              <a:avLst/>
              <a:gdLst/>
              <a:ahLst/>
              <a:rect l="l" t="t" r="r" b="b"/>
              <a:pathLst>
                <a:path w="28315" h="17441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1" name="Google Shape;914;p6"/>
            <p:cNvSpPr/>
            <p:nvPr/>
          </p:nvSpPr>
          <p:spPr>
            <a:xfrm>
              <a:off x="10388880" y="5535000"/>
              <a:ext cx="37440" cy="39960"/>
            </a:xfrm>
            <a:custGeom>
              <a:avLst/>
              <a:gdLst/>
              <a:ahLst/>
              <a:rect l="l" t="t" r="r" b="b"/>
              <a:pathLst>
                <a:path w="573" h="607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2" name="Google Shape;915;p6"/>
            <p:cNvSpPr/>
            <p:nvPr/>
          </p:nvSpPr>
          <p:spPr>
            <a:xfrm>
              <a:off x="11837880" y="5973840"/>
              <a:ext cx="178560" cy="174240"/>
            </a:xfrm>
            <a:custGeom>
              <a:avLst/>
              <a:gdLst/>
              <a:ahLst/>
              <a:rect l="l" t="t" r="r" b="b"/>
              <a:pathLst>
                <a:path w="2694" h="2627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" name="Google Shape;916;p6"/>
            <p:cNvSpPr/>
            <p:nvPr/>
          </p:nvSpPr>
          <p:spPr>
            <a:xfrm>
              <a:off x="10453680" y="5667120"/>
              <a:ext cx="131400" cy="131400"/>
            </a:xfrm>
            <a:custGeom>
              <a:avLst/>
              <a:gdLst/>
              <a:ahLst/>
              <a:rect l="l" t="t" r="r" b="b"/>
              <a:pathLst>
                <a:path w="1988" h="1987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Google Shape;917;p6"/>
            <p:cNvSpPr/>
            <p:nvPr/>
          </p:nvSpPr>
          <p:spPr>
            <a:xfrm>
              <a:off x="11739600" y="4824360"/>
              <a:ext cx="451080" cy="1117800"/>
            </a:xfrm>
            <a:custGeom>
              <a:avLst/>
              <a:gdLst/>
              <a:ahLst/>
              <a:rect l="l" t="t" r="r" b="b"/>
              <a:pathLst>
                <a:path w="6801" h="16835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35" name="Google Shape;918;p6"/>
          <p:cNvGrpSpPr/>
          <p:nvPr/>
        </p:nvGrpSpPr>
        <p:grpSpPr>
          <a:xfrm>
            <a:off x="10462680" y="4096800"/>
            <a:ext cx="797760" cy="793440"/>
            <a:chOff x="10462680" y="4096800"/>
            <a:chExt cx="797760" cy="793440"/>
          </a:xfrm>
        </p:grpSpPr>
        <p:sp>
          <p:nvSpPr>
            <p:cNvPr id="236" name="Google Shape;919;p6"/>
            <p:cNvSpPr/>
            <p:nvPr/>
          </p:nvSpPr>
          <p:spPr>
            <a:xfrm>
              <a:off x="10462680" y="4096800"/>
              <a:ext cx="791640" cy="778320"/>
            </a:xfrm>
            <a:custGeom>
              <a:avLst/>
              <a:gdLst/>
              <a:ahLst/>
              <a:rect l="l" t="t" r="r" b="b"/>
              <a:pathLst>
                <a:path w="11919" h="11717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" name="Google Shape;920;p6"/>
            <p:cNvSpPr/>
            <p:nvPr/>
          </p:nvSpPr>
          <p:spPr>
            <a:xfrm>
              <a:off x="11102040" y="4253400"/>
              <a:ext cx="158400" cy="636840"/>
            </a:xfrm>
            <a:custGeom>
              <a:avLst/>
              <a:gdLst/>
              <a:ahLst/>
              <a:rect l="l" t="t" r="r" b="b"/>
              <a:pathLst>
                <a:path w="2391" h="9596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38" name="Google Shape;921;p6"/>
          <p:cNvGrpSpPr/>
          <p:nvPr/>
        </p:nvGrpSpPr>
        <p:grpSpPr>
          <a:xfrm>
            <a:off x="2938680" y="140760"/>
            <a:ext cx="728640" cy="315000"/>
            <a:chOff x="2938680" y="140760"/>
            <a:chExt cx="728640" cy="315000"/>
          </a:xfrm>
        </p:grpSpPr>
        <p:sp>
          <p:nvSpPr>
            <p:cNvPr id="239" name="Google Shape;922;p6"/>
            <p:cNvSpPr/>
            <p:nvPr/>
          </p:nvSpPr>
          <p:spPr>
            <a:xfrm>
              <a:off x="2990160" y="281520"/>
              <a:ext cx="43920" cy="26280"/>
            </a:xfrm>
            <a:custGeom>
              <a:avLst/>
              <a:gdLst/>
              <a:ahLst/>
              <a:rect l="l" t="t" r="r" b="b"/>
              <a:pathLst>
                <a:path w="675" h="405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0" name="Google Shape;923;p6"/>
            <p:cNvSpPr/>
            <p:nvPr/>
          </p:nvSpPr>
          <p:spPr>
            <a:xfrm>
              <a:off x="2999160" y="234360"/>
              <a:ext cx="46440" cy="24120"/>
            </a:xfrm>
            <a:custGeom>
              <a:avLst/>
              <a:gdLst/>
              <a:ahLst/>
              <a:rect l="l" t="t" r="r" b="b"/>
              <a:pathLst>
                <a:path w="708" h="372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1" name="Google Shape;924;p6"/>
            <p:cNvSpPr/>
            <p:nvPr/>
          </p:nvSpPr>
          <p:spPr>
            <a:xfrm>
              <a:off x="2938680" y="140760"/>
              <a:ext cx="728640" cy="315000"/>
            </a:xfrm>
            <a:custGeom>
              <a:avLst/>
              <a:gdLst/>
              <a:ahLst/>
              <a:rect l="l" t="t" r="r" b="b"/>
              <a:pathLst>
                <a:path w="10977" h="4749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Google Shape;925;p6"/>
            <p:cNvSpPr/>
            <p:nvPr/>
          </p:nvSpPr>
          <p:spPr>
            <a:xfrm>
              <a:off x="3457440" y="232560"/>
              <a:ext cx="149400" cy="149040"/>
            </a:xfrm>
            <a:custGeom>
              <a:avLst/>
              <a:gdLst/>
              <a:ahLst/>
              <a:rect l="l" t="t" r="r" b="b"/>
              <a:pathLst>
                <a:path w="2257" h="2256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3" name="Google Shape;926;p6"/>
          <p:cNvGrpSpPr/>
          <p:nvPr/>
        </p:nvGrpSpPr>
        <p:grpSpPr>
          <a:xfrm>
            <a:off x="0" y="0"/>
            <a:ext cx="2732760" cy="1030680"/>
            <a:chOff x="0" y="0"/>
            <a:chExt cx="2732760" cy="1030680"/>
          </a:xfrm>
        </p:grpSpPr>
        <p:sp>
          <p:nvSpPr>
            <p:cNvPr id="244" name="Google Shape;927;p6"/>
            <p:cNvSpPr/>
            <p:nvPr/>
          </p:nvSpPr>
          <p:spPr>
            <a:xfrm>
              <a:off x="1420560" y="234720"/>
              <a:ext cx="53280" cy="46800"/>
            </a:xfrm>
            <a:custGeom>
              <a:avLst/>
              <a:gdLst/>
              <a:ahLst/>
              <a:rect l="l" t="t" r="r" b="b"/>
              <a:pathLst>
                <a:path w="809" h="708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" name="Google Shape;928;p6"/>
            <p:cNvSpPr/>
            <p:nvPr/>
          </p:nvSpPr>
          <p:spPr>
            <a:xfrm>
              <a:off x="1362240" y="172440"/>
              <a:ext cx="167760" cy="158400"/>
            </a:xfrm>
            <a:custGeom>
              <a:avLst/>
              <a:gdLst/>
              <a:ahLst/>
              <a:rect l="l" t="t" r="r" b="b"/>
              <a:pathLst>
                <a:path w="2526" h="2391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6" name="Google Shape;929;p6"/>
            <p:cNvSpPr/>
            <p:nvPr/>
          </p:nvSpPr>
          <p:spPr>
            <a:xfrm>
              <a:off x="1793880" y="219600"/>
              <a:ext cx="48960" cy="50760"/>
            </a:xfrm>
            <a:custGeom>
              <a:avLst/>
              <a:gdLst/>
              <a:ahLst/>
              <a:rect l="l" t="t" r="r" b="b"/>
              <a:pathLst>
                <a:path w="742" h="775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" name="Google Shape;930;p6"/>
            <p:cNvSpPr/>
            <p:nvPr/>
          </p:nvSpPr>
          <p:spPr>
            <a:xfrm>
              <a:off x="1442880" y="0"/>
              <a:ext cx="22320" cy="151920"/>
            </a:xfrm>
            <a:custGeom>
              <a:avLst/>
              <a:gdLst/>
              <a:ahLst/>
              <a:rect l="l" t="t" r="r" b="b"/>
              <a:pathLst>
                <a:path w="338" h="2291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8" name="Google Shape;931;p6"/>
            <p:cNvSpPr/>
            <p:nvPr/>
          </p:nvSpPr>
          <p:spPr>
            <a:xfrm>
              <a:off x="1814040" y="0"/>
              <a:ext cx="165240" cy="147600"/>
            </a:xfrm>
            <a:custGeom>
              <a:avLst/>
              <a:gdLst/>
              <a:ahLst/>
              <a:rect l="l" t="t" r="r" b="b"/>
              <a:pathLst>
                <a:path w="2492" h="2223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9" name="Google Shape;932;p6"/>
            <p:cNvSpPr/>
            <p:nvPr/>
          </p:nvSpPr>
          <p:spPr>
            <a:xfrm>
              <a:off x="141120" y="0"/>
              <a:ext cx="165240" cy="30960"/>
            </a:xfrm>
            <a:custGeom>
              <a:avLst/>
              <a:gdLst/>
              <a:ahLst/>
              <a:rect l="l" t="t" r="r" b="b"/>
              <a:pathLst>
                <a:path w="2493" h="473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0" name="Google Shape;933;p6"/>
            <p:cNvSpPr/>
            <p:nvPr/>
          </p:nvSpPr>
          <p:spPr>
            <a:xfrm>
              <a:off x="1749240" y="159120"/>
              <a:ext cx="154080" cy="158400"/>
            </a:xfrm>
            <a:custGeom>
              <a:avLst/>
              <a:gdLst/>
              <a:ahLst/>
              <a:rect l="l" t="t" r="r" b="b"/>
              <a:pathLst>
                <a:path w="2324" h="2391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1" name="Google Shape;934;p6"/>
            <p:cNvSpPr/>
            <p:nvPr/>
          </p:nvSpPr>
          <p:spPr>
            <a:xfrm>
              <a:off x="1702080" y="69120"/>
              <a:ext cx="39960" cy="44280"/>
            </a:xfrm>
            <a:custGeom>
              <a:avLst/>
              <a:gdLst/>
              <a:ahLst/>
              <a:rect l="l" t="t" r="r" b="b"/>
              <a:pathLst>
                <a:path w="607" h="674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" name="Google Shape;935;p6"/>
            <p:cNvSpPr/>
            <p:nvPr/>
          </p:nvSpPr>
          <p:spPr>
            <a:xfrm>
              <a:off x="1454040" y="0"/>
              <a:ext cx="154080" cy="149400"/>
            </a:xfrm>
            <a:custGeom>
              <a:avLst/>
              <a:gdLst/>
              <a:ahLst/>
              <a:rect l="l" t="t" r="r" b="b"/>
              <a:pathLst>
                <a:path w="2325" h="2257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3" name="Google Shape;936;p6"/>
            <p:cNvSpPr/>
            <p:nvPr/>
          </p:nvSpPr>
          <p:spPr>
            <a:xfrm>
              <a:off x="1626480" y="0"/>
              <a:ext cx="21960" cy="138240"/>
            </a:xfrm>
            <a:custGeom>
              <a:avLst/>
              <a:gdLst/>
              <a:ahLst/>
              <a:rect l="l" t="t" r="r" b="b"/>
              <a:pathLst>
                <a:path w="338" h="2089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4" name="Google Shape;937;p6"/>
            <p:cNvSpPr/>
            <p:nvPr/>
          </p:nvSpPr>
          <p:spPr>
            <a:xfrm>
              <a:off x="2001600" y="0"/>
              <a:ext cx="165240" cy="124920"/>
            </a:xfrm>
            <a:custGeom>
              <a:avLst/>
              <a:gdLst/>
              <a:ahLst/>
              <a:rect l="l" t="t" r="r" b="b"/>
              <a:pathLst>
                <a:path w="2493" h="1887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" name="Google Shape;938;p6"/>
            <p:cNvSpPr/>
            <p:nvPr/>
          </p:nvSpPr>
          <p:spPr>
            <a:xfrm>
              <a:off x="1067040" y="4320"/>
              <a:ext cx="167760" cy="156240"/>
            </a:xfrm>
            <a:custGeom>
              <a:avLst/>
              <a:gdLst/>
              <a:ahLst/>
              <a:rect l="l" t="t" r="r" b="b"/>
              <a:pathLst>
                <a:path w="2526" h="2357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6" name="Google Shape;939;p6"/>
            <p:cNvSpPr/>
            <p:nvPr/>
          </p:nvSpPr>
          <p:spPr>
            <a:xfrm>
              <a:off x="1324440" y="84960"/>
              <a:ext cx="28800" cy="46800"/>
            </a:xfrm>
            <a:custGeom>
              <a:avLst/>
              <a:gdLst/>
              <a:ahLst/>
              <a:rect l="l" t="t" r="r" b="b"/>
              <a:pathLst>
                <a:path w="438" h="708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" name="Google Shape;940;p6"/>
            <p:cNvSpPr/>
            <p:nvPr/>
          </p:nvSpPr>
          <p:spPr>
            <a:xfrm>
              <a:off x="1138680" y="94320"/>
              <a:ext cx="37440" cy="46440"/>
            </a:xfrm>
            <a:custGeom>
              <a:avLst/>
              <a:gdLst/>
              <a:ahLst/>
              <a:rect l="l" t="t" r="r" b="b"/>
              <a:pathLst>
                <a:path w="574" h="708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" name="Google Shape;941;p6"/>
            <p:cNvSpPr/>
            <p:nvPr/>
          </p:nvSpPr>
          <p:spPr>
            <a:xfrm>
              <a:off x="747000" y="0"/>
              <a:ext cx="26280" cy="720"/>
            </a:xfrm>
            <a:custGeom>
              <a:avLst/>
              <a:gdLst/>
              <a:ahLst/>
              <a:rect l="l" t="t" r="r" b="b"/>
              <a:pathLst>
                <a:path w="405" h="1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" name="Google Shape;942;p6"/>
            <p:cNvSpPr/>
            <p:nvPr/>
          </p:nvSpPr>
          <p:spPr>
            <a:xfrm>
              <a:off x="510480" y="33840"/>
              <a:ext cx="19440" cy="155880"/>
            </a:xfrm>
            <a:custGeom>
              <a:avLst/>
              <a:gdLst/>
              <a:ahLst/>
              <a:rect l="l" t="t" r="r" b="b"/>
              <a:pathLst>
                <a:path w="304" h="2358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0" name="Google Shape;943;p6"/>
            <p:cNvSpPr/>
            <p:nvPr/>
          </p:nvSpPr>
          <p:spPr>
            <a:xfrm>
              <a:off x="1516320" y="78480"/>
              <a:ext cx="33120" cy="50760"/>
            </a:xfrm>
            <a:custGeom>
              <a:avLst/>
              <a:gdLst/>
              <a:ahLst/>
              <a:rect l="l" t="t" r="r" b="b"/>
              <a:pathLst>
                <a:path w="506" h="775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1" name="Google Shape;944;p6"/>
            <p:cNvSpPr/>
            <p:nvPr/>
          </p:nvSpPr>
          <p:spPr>
            <a:xfrm>
              <a:off x="545760" y="0"/>
              <a:ext cx="149400" cy="11160"/>
            </a:xfrm>
            <a:custGeom>
              <a:avLst/>
              <a:gdLst/>
              <a:ahLst/>
              <a:rect l="l" t="t" r="r" b="b"/>
              <a:pathLst>
                <a:path w="2257" h="17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2" name="Google Shape;945;p6"/>
            <p:cNvSpPr/>
            <p:nvPr/>
          </p:nvSpPr>
          <p:spPr>
            <a:xfrm>
              <a:off x="881280" y="6840"/>
              <a:ext cx="165240" cy="178560"/>
            </a:xfrm>
            <a:custGeom>
              <a:avLst/>
              <a:gdLst/>
              <a:ahLst/>
              <a:rect l="l" t="t" r="r" b="b"/>
              <a:pathLst>
                <a:path w="2493" h="2695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" name="Google Shape;946;p6"/>
            <p:cNvSpPr/>
            <p:nvPr/>
          </p:nvSpPr>
          <p:spPr>
            <a:xfrm>
              <a:off x="577080" y="100800"/>
              <a:ext cx="46440" cy="69120"/>
            </a:xfrm>
            <a:custGeom>
              <a:avLst/>
              <a:gdLst/>
              <a:ahLst/>
              <a:rect l="l" t="t" r="r" b="b"/>
              <a:pathLst>
                <a:path w="708" h="1045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" name="Google Shape;947;p6"/>
            <p:cNvSpPr/>
            <p:nvPr/>
          </p:nvSpPr>
          <p:spPr>
            <a:xfrm>
              <a:off x="521280" y="27000"/>
              <a:ext cx="154080" cy="160920"/>
            </a:xfrm>
            <a:custGeom>
              <a:avLst/>
              <a:gdLst/>
              <a:ahLst/>
              <a:rect l="l" t="t" r="r" b="b"/>
              <a:pathLst>
                <a:path w="2324" h="2425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5" name="Google Shape;948;p6"/>
            <p:cNvSpPr/>
            <p:nvPr/>
          </p:nvSpPr>
          <p:spPr>
            <a:xfrm>
              <a:off x="720000" y="0"/>
              <a:ext cx="11160" cy="2160"/>
            </a:xfrm>
            <a:custGeom>
              <a:avLst/>
              <a:gdLst/>
              <a:ahLst/>
              <a:rect l="l" t="t" r="r" b="b"/>
              <a:pathLst>
                <a:path w="170" h="35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6" name="Google Shape;949;p6"/>
            <p:cNvSpPr/>
            <p:nvPr/>
          </p:nvSpPr>
          <p:spPr>
            <a:xfrm>
              <a:off x="1176480" y="174240"/>
              <a:ext cx="165240" cy="178560"/>
            </a:xfrm>
            <a:custGeom>
              <a:avLst/>
              <a:gdLst/>
              <a:ahLst/>
              <a:rect l="l" t="t" r="r" b="b"/>
              <a:pathLst>
                <a:path w="2492" h="2695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7" name="Google Shape;950;p6"/>
            <p:cNvSpPr/>
            <p:nvPr/>
          </p:nvSpPr>
          <p:spPr>
            <a:xfrm>
              <a:off x="1180800" y="369360"/>
              <a:ext cx="17280" cy="154080"/>
            </a:xfrm>
            <a:custGeom>
              <a:avLst/>
              <a:gdLst/>
              <a:ahLst/>
              <a:rect l="l" t="t" r="r" b="b"/>
              <a:pathLst>
                <a:path w="270" h="2325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" name="Google Shape;951;p6"/>
            <p:cNvSpPr/>
            <p:nvPr/>
          </p:nvSpPr>
          <p:spPr>
            <a:xfrm>
              <a:off x="1245600" y="241560"/>
              <a:ext cx="39960" cy="46440"/>
            </a:xfrm>
            <a:custGeom>
              <a:avLst/>
              <a:gdLst/>
              <a:ahLst/>
              <a:rect l="l" t="t" r="r" b="b"/>
              <a:pathLst>
                <a:path w="607" h="708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9" name="Google Shape;952;p6"/>
            <p:cNvSpPr/>
            <p:nvPr/>
          </p:nvSpPr>
          <p:spPr>
            <a:xfrm>
              <a:off x="1254960" y="0"/>
              <a:ext cx="169200" cy="156240"/>
            </a:xfrm>
            <a:custGeom>
              <a:avLst/>
              <a:gdLst/>
              <a:ahLst/>
              <a:rect l="l" t="t" r="r" b="b"/>
              <a:pathLst>
                <a:path w="2560" h="2358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0" name="Google Shape;953;p6"/>
            <p:cNvSpPr/>
            <p:nvPr/>
          </p:nvSpPr>
          <p:spPr>
            <a:xfrm>
              <a:off x="1883520" y="64800"/>
              <a:ext cx="39960" cy="46800"/>
            </a:xfrm>
            <a:custGeom>
              <a:avLst/>
              <a:gdLst/>
              <a:ahLst/>
              <a:rect l="l" t="t" r="r" b="b"/>
              <a:pathLst>
                <a:path w="607" h="708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1" name="Google Shape;954;p6"/>
            <p:cNvSpPr/>
            <p:nvPr/>
          </p:nvSpPr>
          <p:spPr>
            <a:xfrm>
              <a:off x="872280" y="253080"/>
              <a:ext cx="37440" cy="55800"/>
            </a:xfrm>
            <a:custGeom>
              <a:avLst/>
              <a:gdLst/>
              <a:ahLst/>
              <a:rect l="l" t="t" r="r" b="b"/>
              <a:pathLst>
                <a:path w="573" h="842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2" name="Google Shape;955;p6"/>
            <p:cNvSpPr/>
            <p:nvPr/>
          </p:nvSpPr>
          <p:spPr>
            <a:xfrm>
              <a:off x="814320" y="196920"/>
              <a:ext cx="155880" cy="158400"/>
            </a:xfrm>
            <a:custGeom>
              <a:avLst/>
              <a:gdLst/>
              <a:ahLst/>
              <a:rect l="l" t="t" r="r" b="b"/>
              <a:pathLst>
                <a:path w="2358" h="2391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3" name="Google Shape;956;p6"/>
            <p:cNvSpPr/>
            <p:nvPr/>
          </p:nvSpPr>
          <p:spPr>
            <a:xfrm>
              <a:off x="1049400" y="248400"/>
              <a:ext cx="55800" cy="48960"/>
            </a:xfrm>
            <a:custGeom>
              <a:avLst/>
              <a:gdLst/>
              <a:ahLst/>
              <a:rect l="l" t="t" r="r" b="b"/>
              <a:pathLst>
                <a:path w="842" h="742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4" name="Google Shape;957;p6"/>
            <p:cNvSpPr/>
            <p:nvPr/>
          </p:nvSpPr>
          <p:spPr>
            <a:xfrm>
              <a:off x="946080" y="96120"/>
              <a:ext cx="46800" cy="64440"/>
            </a:xfrm>
            <a:custGeom>
              <a:avLst/>
              <a:gdLst/>
              <a:ahLst/>
              <a:rect l="l" t="t" r="r" b="b"/>
              <a:pathLst>
                <a:path w="708" h="977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5" name="Google Shape;958;p6"/>
            <p:cNvSpPr/>
            <p:nvPr/>
          </p:nvSpPr>
          <p:spPr>
            <a:xfrm>
              <a:off x="988920" y="187920"/>
              <a:ext cx="169560" cy="160560"/>
            </a:xfrm>
            <a:custGeom>
              <a:avLst/>
              <a:gdLst/>
              <a:ahLst/>
              <a:rect l="l" t="t" r="r" b="b"/>
              <a:pathLst>
                <a:path w="2559" h="2425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6" name="Google Shape;959;p6"/>
            <p:cNvSpPr/>
            <p:nvPr/>
          </p:nvSpPr>
          <p:spPr>
            <a:xfrm>
              <a:off x="281880" y="396000"/>
              <a:ext cx="174240" cy="160920"/>
            </a:xfrm>
            <a:custGeom>
              <a:avLst/>
              <a:gdLst/>
              <a:ahLst/>
              <a:rect l="l" t="t" r="r" b="b"/>
              <a:pathLst>
                <a:path w="2627" h="2426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7" name="Google Shape;960;p6"/>
            <p:cNvSpPr/>
            <p:nvPr/>
          </p:nvSpPr>
          <p:spPr>
            <a:xfrm>
              <a:off x="2312640" y="673200"/>
              <a:ext cx="162720" cy="196200"/>
            </a:xfrm>
            <a:custGeom>
              <a:avLst/>
              <a:gdLst/>
              <a:ahLst/>
              <a:rect l="l" t="t" r="r" b="b"/>
              <a:pathLst>
                <a:path w="2459" h="2964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8" name="Google Shape;961;p6"/>
            <p:cNvSpPr/>
            <p:nvPr/>
          </p:nvSpPr>
          <p:spPr>
            <a:xfrm>
              <a:off x="2498400" y="756000"/>
              <a:ext cx="169560" cy="107280"/>
            </a:xfrm>
            <a:custGeom>
              <a:avLst/>
              <a:gdLst/>
              <a:ahLst/>
              <a:rect l="l" t="t" r="r" b="b"/>
              <a:pathLst>
                <a:path w="2560" h="1617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9" name="Google Shape;962;p6"/>
            <p:cNvSpPr/>
            <p:nvPr/>
          </p:nvSpPr>
          <p:spPr>
            <a:xfrm>
              <a:off x="2565720" y="787320"/>
              <a:ext cx="35640" cy="48960"/>
            </a:xfrm>
            <a:custGeom>
              <a:avLst/>
              <a:gdLst/>
              <a:ahLst/>
              <a:rect l="l" t="t" r="r" b="b"/>
              <a:pathLst>
                <a:path w="540" h="742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0" name="Google Shape;963;p6"/>
            <p:cNvSpPr/>
            <p:nvPr/>
          </p:nvSpPr>
          <p:spPr>
            <a:xfrm>
              <a:off x="2368800" y="704880"/>
              <a:ext cx="57600" cy="37440"/>
            </a:xfrm>
            <a:custGeom>
              <a:avLst/>
              <a:gdLst/>
              <a:ahLst/>
              <a:rect l="l" t="t" r="r" b="b"/>
              <a:pathLst>
                <a:path w="876" h="573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1" name="Google Shape;964;p6"/>
            <p:cNvSpPr/>
            <p:nvPr/>
          </p:nvSpPr>
          <p:spPr>
            <a:xfrm>
              <a:off x="2252160" y="478800"/>
              <a:ext cx="404640" cy="187560"/>
            </a:xfrm>
            <a:custGeom>
              <a:avLst/>
              <a:gdLst/>
              <a:ahLst/>
              <a:rect l="l" t="t" r="r" b="b"/>
              <a:pathLst>
                <a:path w="6095" h="2829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" name="Google Shape;965;p6"/>
            <p:cNvSpPr/>
            <p:nvPr/>
          </p:nvSpPr>
          <p:spPr>
            <a:xfrm>
              <a:off x="161280" y="758520"/>
              <a:ext cx="165240" cy="205560"/>
            </a:xfrm>
            <a:custGeom>
              <a:avLst/>
              <a:gdLst/>
              <a:ahLst/>
              <a:rect l="l" t="t" r="r" b="b"/>
              <a:pathLst>
                <a:path w="2493" h="3098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Google Shape;966;p6"/>
            <p:cNvSpPr/>
            <p:nvPr/>
          </p:nvSpPr>
          <p:spPr>
            <a:xfrm>
              <a:off x="1699920" y="693360"/>
              <a:ext cx="212040" cy="191880"/>
            </a:xfrm>
            <a:custGeom>
              <a:avLst/>
              <a:gdLst/>
              <a:ahLst/>
              <a:rect l="l" t="t" r="r" b="b"/>
              <a:pathLst>
                <a:path w="3199" h="2897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4" name="Google Shape;967;p6"/>
            <p:cNvSpPr/>
            <p:nvPr/>
          </p:nvSpPr>
          <p:spPr>
            <a:xfrm>
              <a:off x="537120" y="740160"/>
              <a:ext cx="227520" cy="198720"/>
            </a:xfrm>
            <a:custGeom>
              <a:avLst/>
              <a:gdLst/>
              <a:ahLst/>
              <a:rect l="l" t="t" r="r" b="b"/>
              <a:pathLst>
                <a:path w="3435" h="2998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5" name="Google Shape;968;p6"/>
            <p:cNvSpPr/>
            <p:nvPr/>
          </p:nvSpPr>
          <p:spPr>
            <a:xfrm>
              <a:off x="2520720" y="29520"/>
              <a:ext cx="73440" cy="53280"/>
            </a:xfrm>
            <a:custGeom>
              <a:avLst/>
              <a:gdLst/>
              <a:ahLst/>
              <a:rect l="l" t="t" r="r" b="b"/>
              <a:pathLst>
                <a:path w="1112" h="809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" name="Google Shape;969;p6"/>
            <p:cNvSpPr/>
            <p:nvPr/>
          </p:nvSpPr>
          <p:spPr>
            <a:xfrm>
              <a:off x="521280" y="0"/>
              <a:ext cx="12960" cy="15480"/>
            </a:xfrm>
            <a:custGeom>
              <a:avLst/>
              <a:gdLst/>
              <a:ahLst/>
              <a:rect l="l" t="t" r="r" b="b"/>
              <a:pathLst>
                <a:path w="203" h="237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7" name="Google Shape;970;p6"/>
            <p:cNvSpPr/>
            <p:nvPr/>
          </p:nvSpPr>
          <p:spPr>
            <a:xfrm>
              <a:off x="1138680" y="539280"/>
              <a:ext cx="165240" cy="178560"/>
            </a:xfrm>
            <a:custGeom>
              <a:avLst/>
              <a:gdLst/>
              <a:ahLst/>
              <a:rect l="l" t="t" r="r" b="b"/>
              <a:pathLst>
                <a:path w="2493" h="2695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8" name="Google Shape;971;p6"/>
            <p:cNvSpPr/>
            <p:nvPr/>
          </p:nvSpPr>
          <p:spPr>
            <a:xfrm>
              <a:off x="1778040" y="331200"/>
              <a:ext cx="169560" cy="167760"/>
            </a:xfrm>
            <a:custGeom>
              <a:avLst/>
              <a:gdLst/>
              <a:ahLst/>
              <a:rect l="l" t="t" r="r" b="b"/>
              <a:pathLst>
                <a:path w="2560" h="2526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9" name="Google Shape;972;p6"/>
            <p:cNvSpPr/>
            <p:nvPr/>
          </p:nvSpPr>
          <p:spPr>
            <a:xfrm>
              <a:off x="950400" y="552600"/>
              <a:ext cx="169560" cy="158400"/>
            </a:xfrm>
            <a:custGeom>
              <a:avLst/>
              <a:gdLst/>
              <a:ahLst/>
              <a:rect l="l" t="t" r="r" b="b"/>
              <a:pathLst>
                <a:path w="2560" h="2392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0" name="Google Shape;973;p6"/>
            <p:cNvSpPr/>
            <p:nvPr/>
          </p:nvSpPr>
          <p:spPr>
            <a:xfrm>
              <a:off x="1550160" y="163440"/>
              <a:ext cx="16920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1" name="Google Shape;974;p6"/>
            <p:cNvSpPr/>
            <p:nvPr/>
          </p:nvSpPr>
          <p:spPr>
            <a:xfrm>
              <a:off x="1850040" y="396000"/>
              <a:ext cx="46440" cy="55800"/>
            </a:xfrm>
            <a:custGeom>
              <a:avLst/>
              <a:gdLst/>
              <a:ahLst/>
              <a:rect l="l" t="t" r="r" b="b"/>
              <a:pathLst>
                <a:path w="708" h="843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" name="Google Shape;975;p6"/>
            <p:cNvSpPr/>
            <p:nvPr/>
          </p:nvSpPr>
          <p:spPr>
            <a:xfrm>
              <a:off x="1194480" y="592920"/>
              <a:ext cx="48960" cy="60120"/>
            </a:xfrm>
            <a:custGeom>
              <a:avLst/>
              <a:gdLst/>
              <a:ahLst/>
              <a:rect l="l" t="t" r="r" b="b"/>
              <a:pathLst>
                <a:path w="742" h="91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3" name="Google Shape;976;p6"/>
            <p:cNvSpPr/>
            <p:nvPr/>
          </p:nvSpPr>
          <p:spPr>
            <a:xfrm>
              <a:off x="778680" y="559440"/>
              <a:ext cx="154080" cy="158400"/>
            </a:xfrm>
            <a:custGeom>
              <a:avLst/>
              <a:gdLst/>
              <a:ahLst/>
              <a:rect l="l" t="t" r="r" b="b"/>
              <a:pathLst>
                <a:path w="2324" h="2392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4" name="Google Shape;977;p6"/>
            <p:cNvSpPr/>
            <p:nvPr/>
          </p:nvSpPr>
          <p:spPr>
            <a:xfrm>
              <a:off x="1015920" y="604080"/>
              <a:ext cx="48960" cy="42120"/>
            </a:xfrm>
            <a:custGeom>
              <a:avLst/>
              <a:gdLst/>
              <a:ahLst/>
              <a:rect l="l" t="t" r="r" b="b"/>
              <a:pathLst>
                <a:path w="741" h="64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5" name="Google Shape;978;p6"/>
            <p:cNvSpPr/>
            <p:nvPr/>
          </p:nvSpPr>
          <p:spPr>
            <a:xfrm>
              <a:off x="579600" y="563760"/>
              <a:ext cx="16920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6" name="Google Shape;979;p6"/>
            <p:cNvSpPr/>
            <p:nvPr/>
          </p:nvSpPr>
          <p:spPr>
            <a:xfrm>
              <a:off x="832320" y="614880"/>
              <a:ext cx="39960" cy="39960"/>
            </a:xfrm>
            <a:custGeom>
              <a:avLst/>
              <a:gdLst/>
              <a:ahLst/>
              <a:rect l="l" t="t" r="r" b="b"/>
              <a:pathLst>
                <a:path w="607" h="607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7" name="Google Shape;980;p6"/>
            <p:cNvSpPr/>
            <p:nvPr/>
          </p:nvSpPr>
          <p:spPr>
            <a:xfrm>
              <a:off x="1968480" y="329040"/>
              <a:ext cx="147600" cy="162720"/>
            </a:xfrm>
            <a:custGeom>
              <a:avLst/>
              <a:gdLst/>
              <a:ahLst/>
              <a:rect l="l" t="t" r="r" b="b"/>
              <a:pathLst>
                <a:path w="2223" h="2459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8" name="Google Shape;981;p6"/>
            <p:cNvSpPr/>
            <p:nvPr/>
          </p:nvSpPr>
          <p:spPr>
            <a:xfrm>
              <a:off x="2476080" y="125280"/>
              <a:ext cx="180720" cy="337680"/>
            </a:xfrm>
            <a:custGeom>
              <a:avLst/>
              <a:gdLst/>
              <a:ahLst/>
              <a:rect l="l" t="t" r="r" b="b"/>
              <a:pathLst>
                <a:path w="2728" h="5085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9" name="Google Shape;982;p6"/>
            <p:cNvSpPr/>
            <p:nvPr/>
          </p:nvSpPr>
          <p:spPr>
            <a:xfrm>
              <a:off x="2342160" y="313200"/>
              <a:ext cx="162720" cy="160560"/>
            </a:xfrm>
            <a:custGeom>
              <a:avLst/>
              <a:gdLst/>
              <a:ahLst/>
              <a:rect l="l" t="t" r="r" b="b"/>
              <a:pathLst>
                <a:path w="2458" h="2425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0" name="Google Shape;983;p6"/>
            <p:cNvSpPr/>
            <p:nvPr/>
          </p:nvSpPr>
          <p:spPr>
            <a:xfrm>
              <a:off x="2187360" y="0"/>
              <a:ext cx="172080" cy="118080"/>
            </a:xfrm>
            <a:custGeom>
              <a:avLst/>
              <a:gdLst/>
              <a:ahLst/>
              <a:rect l="l" t="t" r="r" b="b"/>
              <a:pathLst>
                <a:path w="2593" h="1786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1" name="Google Shape;984;p6"/>
            <p:cNvSpPr/>
            <p:nvPr/>
          </p:nvSpPr>
          <p:spPr>
            <a:xfrm>
              <a:off x="2547360" y="217080"/>
              <a:ext cx="69120" cy="60120"/>
            </a:xfrm>
            <a:custGeom>
              <a:avLst/>
              <a:gdLst/>
              <a:ahLst/>
              <a:rect l="l" t="t" r="r" b="b"/>
              <a:pathLst>
                <a:path w="1045" h="91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2" name="Google Shape;985;p6"/>
            <p:cNvSpPr/>
            <p:nvPr/>
          </p:nvSpPr>
          <p:spPr>
            <a:xfrm>
              <a:off x="2295000" y="134640"/>
              <a:ext cx="167400" cy="158400"/>
            </a:xfrm>
            <a:custGeom>
              <a:avLst/>
              <a:gdLst/>
              <a:ahLst/>
              <a:rect l="l" t="t" r="r" b="b"/>
              <a:pathLst>
                <a:path w="2526" h="2392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3" name="Google Shape;986;p6"/>
            <p:cNvSpPr/>
            <p:nvPr/>
          </p:nvSpPr>
          <p:spPr>
            <a:xfrm>
              <a:off x="2109240" y="136440"/>
              <a:ext cx="165240" cy="181080"/>
            </a:xfrm>
            <a:custGeom>
              <a:avLst/>
              <a:gdLst/>
              <a:ahLst/>
              <a:rect l="l" t="t" r="r" b="b"/>
              <a:pathLst>
                <a:path w="2493" h="2728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4" name="Google Shape;987;p6"/>
            <p:cNvSpPr/>
            <p:nvPr/>
          </p:nvSpPr>
          <p:spPr>
            <a:xfrm>
              <a:off x="2149560" y="319680"/>
              <a:ext cx="171720" cy="160920"/>
            </a:xfrm>
            <a:custGeom>
              <a:avLst/>
              <a:gdLst/>
              <a:ahLst/>
              <a:rect l="l" t="t" r="r" b="b"/>
              <a:pathLst>
                <a:path w="2594" h="2425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5" name="Google Shape;988;p6"/>
            <p:cNvSpPr/>
            <p:nvPr/>
          </p:nvSpPr>
          <p:spPr>
            <a:xfrm>
              <a:off x="2375640" y="798480"/>
              <a:ext cx="57600" cy="33120"/>
            </a:xfrm>
            <a:custGeom>
              <a:avLst/>
              <a:gdLst/>
              <a:ahLst/>
              <a:rect l="l" t="t" r="r" b="b"/>
              <a:pathLst>
                <a:path w="876" h="506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6" name="Google Shape;989;p6"/>
            <p:cNvSpPr/>
            <p:nvPr/>
          </p:nvSpPr>
          <p:spPr>
            <a:xfrm>
              <a:off x="1657440" y="404640"/>
              <a:ext cx="53280" cy="55800"/>
            </a:xfrm>
            <a:custGeom>
              <a:avLst/>
              <a:gdLst/>
              <a:ahLst/>
              <a:rect l="l" t="t" r="r" b="b"/>
              <a:pathLst>
                <a:path w="809" h="843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7" name="Google Shape;990;p6"/>
            <p:cNvSpPr/>
            <p:nvPr/>
          </p:nvSpPr>
          <p:spPr>
            <a:xfrm>
              <a:off x="1594800" y="339840"/>
              <a:ext cx="164880" cy="174240"/>
            </a:xfrm>
            <a:custGeom>
              <a:avLst/>
              <a:gdLst/>
              <a:ahLst/>
              <a:rect l="l" t="t" r="r" b="b"/>
              <a:pathLst>
                <a:path w="2492" h="2627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8" name="Google Shape;991;p6"/>
            <p:cNvSpPr/>
            <p:nvPr/>
          </p:nvSpPr>
          <p:spPr>
            <a:xfrm>
              <a:off x="1561680" y="581400"/>
              <a:ext cx="59760" cy="50760"/>
            </a:xfrm>
            <a:custGeom>
              <a:avLst/>
              <a:gdLst/>
              <a:ahLst/>
              <a:rect l="l" t="t" r="r" b="b"/>
              <a:pathLst>
                <a:path w="910" h="775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9" name="Google Shape;992;p6"/>
            <p:cNvSpPr/>
            <p:nvPr/>
          </p:nvSpPr>
          <p:spPr>
            <a:xfrm>
              <a:off x="1883520" y="514800"/>
              <a:ext cx="169560" cy="158400"/>
            </a:xfrm>
            <a:custGeom>
              <a:avLst/>
              <a:gdLst/>
              <a:ahLst/>
              <a:rect l="l" t="t" r="r" b="b"/>
              <a:pathLst>
                <a:path w="2559" h="2391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0" name="Google Shape;993;p6"/>
            <p:cNvSpPr/>
            <p:nvPr/>
          </p:nvSpPr>
          <p:spPr>
            <a:xfrm>
              <a:off x="1972800" y="208080"/>
              <a:ext cx="60120" cy="46440"/>
            </a:xfrm>
            <a:custGeom>
              <a:avLst/>
              <a:gdLst/>
              <a:ahLst/>
              <a:rect l="l" t="t" r="r" b="b"/>
              <a:pathLst>
                <a:path w="910" h="708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Google Shape;994;p6"/>
            <p:cNvSpPr/>
            <p:nvPr/>
          </p:nvSpPr>
          <p:spPr>
            <a:xfrm>
              <a:off x="1923480" y="711360"/>
              <a:ext cx="15480" cy="174240"/>
            </a:xfrm>
            <a:custGeom>
              <a:avLst/>
              <a:gdLst/>
              <a:ahLst/>
              <a:rect l="l" t="t" r="r" b="b"/>
              <a:pathLst>
                <a:path w="236" h="2627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" name="Google Shape;995;p6"/>
            <p:cNvSpPr/>
            <p:nvPr/>
          </p:nvSpPr>
          <p:spPr>
            <a:xfrm>
              <a:off x="2196720" y="800640"/>
              <a:ext cx="28800" cy="44280"/>
            </a:xfrm>
            <a:custGeom>
              <a:avLst/>
              <a:gdLst/>
              <a:ahLst/>
              <a:rect l="l" t="t" r="r" b="b"/>
              <a:pathLst>
                <a:path w="439" h="675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3" name="Google Shape;996;p6"/>
            <p:cNvSpPr/>
            <p:nvPr/>
          </p:nvSpPr>
          <p:spPr>
            <a:xfrm>
              <a:off x="2071440" y="501120"/>
              <a:ext cx="164880" cy="178560"/>
            </a:xfrm>
            <a:custGeom>
              <a:avLst/>
              <a:gdLst/>
              <a:ahLst/>
              <a:rect l="l" t="t" r="r" b="b"/>
              <a:pathLst>
                <a:path w="2492" h="2694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4" name="Google Shape;997;p6"/>
            <p:cNvSpPr/>
            <p:nvPr/>
          </p:nvSpPr>
          <p:spPr>
            <a:xfrm>
              <a:off x="1930320" y="686520"/>
              <a:ext cx="171720" cy="200520"/>
            </a:xfrm>
            <a:custGeom>
              <a:avLst/>
              <a:gdLst/>
              <a:ahLst/>
              <a:rect l="l" t="t" r="r" b="b"/>
              <a:pathLst>
                <a:path w="2593" h="3031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5" name="Google Shape;998;p6"/>
            <p:cNvSpPr/>
            <p:nvPr/>
          </p:nvSpPr>
          <p:spPr>
            <a:xfrm>
              <a:off x="771840" y="715680"/>
              <a:ext cx="910080" cy="218880"/>
            </a:xfrm>
            <a:custGeom>
              <a:avLst/>
              <a:gdLst/>
              <a:ahLst/>
              <a:rect l="l" t="t" r="r" b="b"/>
              <a:pathLst>
                <a:path w="13704" h="330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6" name="Google Shape;999;p6"/>
            <p:cNvSpPr/>
            <p:nvPr/>
          </p:nvSpPr>
          <p:spPr>
            <a:xfrm>
              <a:off x="1939320" y="545760"/>
              <a:ext cx="46440" cy="42480"/>
            </a:xfrm>
            <a:custGeom>
              <a:avLst/>
              <a:gdLst/>
              <a:ahLst/>
              <a:rect l="l" t="t" r="r" b="b"/>
              <a:pathLst>
                <a:path w="708" h="641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7" name="Google Shape;1000;p6"/>
            <p:cNvSpPr/>
            <p:nvPr/>
          </p:nvSpPr>
          <p:spPr>
            <a:xfrm>
              <a:off x="0" y="586080"/>
              <a:ext cx="185400" cy="174240"/>
            </a:xfrm>
            <a:custGeom>
              <a:avLst/>
              <a:gdLst/>
              <a:ahLst/>
              <a:rect l="l" t="t" r="r" b="b"/>
              <a:pathLst>
                <a:path w="2796" h="2627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8" name="Google Shape;1001;p6"/>
            <p:cNvSpPr/>
            <p:nvPr/>
          </p:nvSpPr>
          <p:spPr>
            <a:xfrm>
              <a:off x="349200" y="0"/>
              <a:ext cx="160560" cy="26640"/>
            </a:xfrm>
            <a:custGeom>
              <a:avLst/>
              <a:gdLst/>
              <a:ahLst/>
              <a:rect l="l" t="t" r="r" b="b"/>
              <a:pathLst>
                <a:path w="2426" h="405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9" name="Google Shape;1002;p6"/>
            <p:cNvSpPr/>
            <p:nvPr/>
          </p:nvSpPr>
          <p:spPr>
            <a:xfrm>
              <a:off x="0" y="771840"/>
              <a:ext cx="142560" cy="185400"/>
            </a:xfrm>
            <a:custGeom>
              <a:avLst/>
              <a:gdLst/>
              <a:ahLst/>
              <a:rect l="l" t="t" r="r" b="b"/>
              <a:pathLst>
                <a:path w="2156" h="2795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0" name="Google Shape;1003;p6"/>
            <p:cNvSpPr/>
            <p:nvPr/>
          </p:nvSpPr>
          <p:spPr>
            <a:xfrm>
              <a:off x="205920" y="577080"/>
              <a:ext cx="165240" cy="178560"/>
            </a:xfrm>
            <a:custGeom>
              <a:avLst/>
              <a:gdLst/>
              <a:ahLst/>
              <a:rect l="l" t="t" r="r" b="b"/>
              <a:pathLst>
                <a:path w="2492" h="2694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1" name="Google Shape;1004;p6"/>
            <p:cNvSpPr/>
            <p:nvPr/>
          </p:nvSpPr>
          <p:spPr>
            <a:xfrm>
              <a:off x="2113560" y="331200"/>
              <a:ext cx="17280" cy="154080"/>
            </a:xfrm>
            <a:custGeom>
              <a:avLst/>
              <a:gdLst/>
              <a:ahLst/>
              <a:rect l="l" t="t" r="r" b="b"/>
              <a:pathLst>
                <a:path w="270" h="2324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2" name="Google Shape;1005;p6"/>
            <p:cNvSpPr/>
            <p:nvPr/>
          </p:nvSpPr>
          <p:spPr>
            <a:xfrm>
              <a:off x="718200" y="434160"/>
              <a:ext cx="48960" cy="69120"/>
            </a:xfrm>
            <a:custGeom>
              <a:avLst/>
              <a:gdLst/>
              <a:ahLst/>
              <a:rect l="l" t="t" r="r" b="b"/>
              <a:pathLst>
                <a:path w="741" h="1045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3" name="Google Shape;1006;p6"/>
            <p:cNvSpPr/>
            <p:nvPr/>
          </p:nvSpPr>
          <p:spPr>
            <a:xfrm>
              <a:off x="346680" y="756000"/>
              <a:ext cx="167400" cy="182880"/>
            </a:xfrm>
            <a:custGeom>
              <a:avLst/>
              <a:gdLst/>
              <a:ahLst/>
              <a:rect l="l" t="t" r="r" b="b"/>
              <a:pathLst>
                <a:path w="2526" h="2762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4" name="Google Shape;1007;p6"/>
            <p:cNvSpPr/>
            <p:nvPr/>
          </p:nvSpPr>
          <p:spPr>
            <a:xfrm>
              <a:off x="660240" y="378000"/>
              <a:ext cx="164880" cy="174240"/>
            </a:xfrm>
            <a:custGeom>
              <a:avLst/>
              <a:gdLst/>
              <a:ahLst/>
              <a:rect l="l" t="t" r="r" b="b"/>
              <a:pathLst>
                <a:path w="2493" h="2627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5" name="Google Shape;1008;p6"/>
            <p:cNvSpPr/>
            <p:nvPr/>
          </p:nvSpPr>
          <p:spPr>
            <a:xfrm>
              <a:off x="767160" y="565920"/>
              <a:ext cx="21960" cy="154080"/>
            </a:xfrm>
            <a:custGeom>
              <a:avLst/>
              <a:gdLst/>
              <a:ahLst/>
              <a:rect l="l" t="t" r="r" b="b"/>
              <a:pathLst>
                <a:path w="338" h="2324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6" name="Google Shape;1009;p6"/>
            <p:cNvSpPr/>
            <p:nvPr/>
          </p:nvSpPr>
          <p:spPr>
            <a:xfrm>
              <a:off x="456480" y="626400"/>
              <a:ext cx="48960" cy="57600"/>
            </a:xfrm>
            <a:custGeom>
              <a:avLst/>
              <a:gdLst/>
              <a:ahLst/>
              <a:rect l="l" t="t" r="r" b="b"/>
              <a:pathLst>
                <a:path w="741" h="877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7" name="Google Shape;1010;p6"/>
            <p:cNvSpPr/>
            <p:nvPr/>
          </p:nvSpPr>
          <p:spPr>
            <a:xfrm>
              <a:off x="391680" y="572760"/>
              <a:ext cx="167760" cy="158400"/>
            </a:xfrm>
            <a:custGeom>
              <a:avLst/>
              <a:gdLst/>
              <a:ahLst/>
              <a:rect l="l" t="t" r="r" b="b"/>
              <a:pathLst>
                <a:path w="2526" h="2392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8" name="Google Shape;1011;p6"/>
            <p:cNvSpPr/>
            <p:nvPr/>
          </p:nvSpPr>
          <p:spPr>
            <a:xfrm>
              <a:off x="1512000" y="525600"/>
              <a:ext cx="172080" cy="160920"/>
            </a:xfrm>
            <a:custGeom>
              <a:avLst/>
              <a:gdLst/>
              <a:ahLst/>
              <a:rect l="l" t="t" r="r" b="b"/>
              <a:pathLst>
                <a:path w="2593" h="2425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9" name="Google Shape;1012;p6"/>
            <p:cNvSpPr/>
            <p:nvPr/>
          </p:nvSpPr>
          <p:spPr>
            <a:xfrm>
              <a:off x="2131920" y="762840"/>
              <a:ext cx="171720" cy="111240"/>
            </a:xfrm>
            <a:custGeom>
              <a:avLst/>
              <a:gdLst/>
              <a:ahLst/>
              <a:rect l="l" t="t" r="r" b="b"/>
              <a:pathLst>
                <a:path w="2593" h="1684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0" name="Google Shape;1013;p6"/>
            <p:cNvSpPr/>
            <p:nvPr/>
          </p:nvSpPr>
          <p:spPr>
            <a:xfrm>
              <a:off x="0" y="0"/>
              <a:ext cx="2732760" cy="1030680"/>
            </a:xfrm>
            <a:custGeom>
              <a:avLst/>
              <a:gdLst/>
              <a:ahLst/>
              <a:rect l="l" t="t" r="r" b="b"/>
              <a:pathLst>
                <a:path w="41144" h="15522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" name="Google Shape;1014;p6"/>
            <p:cNvSpPr/>
            <p:nvPr/>
          </p:nvSpPr>
          <p:spPr>
            <a:xfrm>
              <a:off x="2496240" y="776160"/>
              <a:ext cx="12960" cy="89280"/>
            </a:xfrm>
            <a:custGeom>
              <a:avLst/>
              <a:gdLst/>
              <a:ahLst/>
              <a:rect l="l" t="t" r="r" b="b"/>
              <a:pathLst>
                <a:path w="203" h="1348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2" name="Google Shape;1015;p6"/>
            <p:cNvSpPr/>
            <p:nvPr/>
          </p:nvSpPr>
          <p:spPr>
            <a:xfrm>
              <a:off x="2368800" y="0"/>
              <a:ext cx="266040" cy="111600"/>
            </a:xfrm>
            <a:custGeom>
              <a:avLst/>
              <a:gdLst/>
              <a:ahLst/>
              <a:rect l="l" t="t" r="r" b="b"/>
              <a:pathLst>
                <a:path w="4007" h="1685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3" name="Google Shape;1016;p6"/>
            <p:cNvSpPr/>
            <p:nvPr/>
          </p:nvSpPr>
          <p:spPr>
            <a:xfrm>
              <a:off x="487800" y="273240"/>
              <a:ext cx="62280" cy="44280"/>
            </a:xfrm>
            <a:custGeom>
              <a:avLst/>
              <a:gdLst/>
              <a:ahLst/>
              <a:rect l="l" t="t" r="r" b="b"/>
              <a:pathLst>
                <a:path w="944" h="674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4" name="Google Shape;1017;p6"/>
            <p:cNvSpPr/>
            <p:nvPr/>
          </p:nvSpPr>
          <p:spPr>
            <a:xfrm>
              <a:off x="429840" y="210240"/>
              <a:ext cx="167400" cy="158400"/>
            </a:xfrm>
            <a:custGeom>
              <a:avLst/>
              <a:gdLst/>
              <a:ahLst/>
              <a:rect l="l" t="t" r="r" b="b"/>
              <a:pathLst>
                <a:path w="2527" h="2391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5" name="Google Shape;1018;p6"/>
            <p:cNvSpPr/>
            <p:nvPr/>
          </p:nvSpPr>
          <p:spPr>
            <a:xfrm>
              <a:off x="360000" y="447480"/>
              <a:ext cx="39960" cy="57600"/>
            </a:xfrm>
            <a:custGeom>
              <a:avLst/>
              <a:gdLst/>
              <a:ahLst/>
              <a:rect l="l" t="t" r="r" b="b"/>
              <a:pathLst>
                <a:path w="607" h="876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6" name="Google Shape;1019;p6"/>
            <p:cNvSpPr/>
            <p:nvPr/>
          </p:nvSpPr>
          <p:spPr>
            <a:xfrm>
              <a:off x="244080" y="212760"/>
              <a:ext cx="162720" cy="178560"/>
            </a:xfrm>
            <a:custGeom>
              <a:avLst/>
              <a:gdLst/>
              <a:ahLst/>
              <a:rect l="l" t="t" r="r" b="b"/>
              <a:pathLst>
                <a:path w="2459" h="2694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7" name="Google Shape;1020;p6"/>
            <p:cNvSpPr/>
            <p:nvPr/>
          </p:nvSpPr>
          <p:spPr>
            <a:xfrm>
              <a:off x="641880" y="621720"/>
              <a:ext cx="50760" cy="50760"/>
            </a:xfrm>
            <a:custGeom>
              <a:avLst/>
              <a:gdLst/>
              <a:ahLst/>
              <a:rect l="l" t="t" r="r" b="b"/>
              <a:pathLst>
                <a:path w="775" h="775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8" name="Google Shape;1021;p6"/>
            <p:cNvSpPr/>
            <p:nvPr/>
          </p:nvSpPr>
          <p:spPr>
            <a:xfrm>
              <a:off x="617400" y="201240"/>
              <a:ext cx="169560" cy="160920"/>
            </a:xfrm>
            <a:custGeom>
              <a:avLst/>
              <a:gdLst/>
              <a:ahLst/>
              <a:rect l="l" t="t" r="r" b="b"/>
              <a:pathLst>
                <a:path w="2559" h="2425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9" name="Google Shape;1022;p6"/>
            <p:cNvSpPr/>
            <p:nvPr/>
          </p:nvSpPr>
          <p:spPr>
            <a:xfrm>
              <a:off x="684720" y="266400"/>
              <a:ext cx="42120" cy="51120"/>
            </a:xfrm>
            <a:custGeom>
              <a:avLst/>
              <a:gdLst/>
              <a:ahLst/>
              <a:rect l="l" t="t" r="r" b="b"/>
              <a:pathLst>
                <a:path w="640" h="775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0" name="Google Shape;1023;p6"/>
            <p:cNvSpPr/>
            <p:nvPr/>
          </p:nvSpPr>
          <p:spPr>
            <a:xfrm>
              <a:off x="539280" y="450000"/>
              <a:ext cx="39600" cy="57600"/>
            </a:xfrm>
            <a:custGeom>
              <a:avLst/>
              <a:gdLst/>
              <a:ahLst/>
              <a:rect l="l" t="t" r="r" b="b"/>
              <a:pathLst>
                <a:path w="607" h="876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1" name="Google Shape;1024;p6"/>
            <p:cNvSpPr/>
            <p:nvPr/>
          </p:nvSpPr>
          <p:spPr>
            <a:xfrm>
              <a:off x="474480" y="389520"/>
              <a:ext cx="162720" cy="160560"/>
            </a:xfrm>
            <a:custGeom>
              <a:avLst/>
              <a:gdLst/>
              <a:ahLst/>
              <a:rect l="l" t="t" r="r" b="b"/>
              <a:pathLst>
                <a:path w="2459" h="2426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2" name="Google Shape;1025;p6"/>
            <p:cNvSpPr/>
            <p:nvPr/>
          </p:nvSpPr>
          <p:spPr>
            <a:xfrm>
              <a:off x="333360" y="0"/>
              <a:ext cx="12960" cy="22320"/>
            </a:xfrm>
            <a:custGeom>
              <a:avLst/>
              <a:gdLst/>
              <a:ahLst/>
              <a:rect l="l" t="t" r="r" b="b"/>
              <a:pathLst>
                <a:path w="203" h="338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3" name="Google Shape;1026;p6"/>
            <p:cNvSpPr/>
            <p:nvPr/>
          </p:nvSpPr>
          <p:spPr>
            <a:xfrm>
              <a:off x="0" y="44640"/>
              <a:ext cx="111600" cy="174240"/>
            </a:xfrm>
            <a:custGeom>
              <a:avLst/>
              <a:gdLst/>
              <a:ahLst/>
              <a:rect l="l" t="t" r="r" b="b"/>
              <a:pathLst>
                <a:path w="1685" h="2627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4" name="Google Shape;1027;p6"/>
            <p:cNvSpPr/>
            <p:nvPr/>
          </p:nvSpPr>
          <p:spPr>
            <a:xfrm>
              <a:off x="0" y="311040"/>
              <a:ext cx="71280" cy="57600"/>
            </a:xfrm>
            <a:custGeom>
              <a:avLst/>
              <a:gdLst/>
              <a:ahLst/>
              <a:rect l="l" t="t" r="r" b="b"/>
              <a:pathLst>
                <a:path w="1079" h="876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" name="Google Shape;1028;p6"/>
            <p:cNvSpPr/>
            <p:nvPr/>
          </p:nvSpPr>
          <p:spPr>
            <a:xfrm>
              <a:off x="391680" y="107640"/>
              <a:ext cx="51120" cy="60120"/>
            </a:xfrm>
            <a:custGeom>
              <a:avLst/>
              <a:gdLst/>
              <a:ahLst/>
              <a:rect l="l" t="t" r="r" b="b"/>
              <a:pathLst>
                <a:path w="775" h="91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6" name="Google Shape;1029;p6"/>
            <p:cNvSpPr/>
            <p:nvPr/>
          </p:nvSpPr>
          <p:spPr>
            <a:xfrm>
              <a:off x="322200" y="33840"/>
              <a:ext cx="16956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7" name="Google Shape;1030;p6"/>
            <p:cNvSpPr/>
            <p:nvPr/>
          </p:nvSpPr>
          <p:spPr>
            <a:xfrm>
              <a:off x="693720" y="261720"/>
              <a:ext cx="35640" cy="12960"/>
            </a:xfrm>
            <a:custGeom>
              <a:avLst/>
              <a:gdLst/>
              <a:ahLst/>
              <a:rect l="l" t="t" r="r" b="b"/>
              <a:pathLst>
                <a:path w="540" h="203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8" name="Google Shape;1031;p6"/>
            <p:cNvSpPr/>
            <p:nvPr/>
          </p:nvSpPr>
          <p:spPr>
            <a:xfrm>
              <a:off x="0" y="0"/>
              <a:ext cx="122400" cy="35640"/>
            </a:xfrm>
            <a:custGeom>
              <a:avLst/>
              <a:gdLst/>
              <a:ahLst/>
              <a:rect l="l" t="t" r="r" b="b"/>
              <a:pathLst>
                <a:path w="1853" h="54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9" name="Google Shape;1032;p6"/>
            <p:cNvSpPr/>
            <p:nvPr/>
          </p:nvSpPr>
          <p:spPr>
            <a:xfrm>
              <a:off x="0" y="407160"/>
              <a:ext cx="270360" cy="160920"/>
            </a:xfrm>
            <a:custGeom>
              <a:avLst/>
              <a:gdLst/>
              <a:ahLst/>
              <a:rect l="l" t="t" r="r" b="b"/>
              <a:pathLst>
                <a:path w="4075" h="2425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" name="Google Shape;1033;p6"/>
            <p:cNvSpPr/>
            <p:nvPr/>
          </p:nvSpPr>
          <p:spPr>
            <a:xfrm>
              <a:off x="134640" y="42840"/>
              <a:ext cx="167400" cy="155880"/>
            </a:xfrm>
            <a:custGeom>
              <a:avLst/>
              <a:gdLst/>
              <a:ahLst/>
              <a:rect l="l" t="t" r="r" b="b"/>
              <a:pathLst>
                <a:path w="2526" h="2358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1" name="Google Shape;1034;p6"/>
            <p:cNvSpPr/>
            <p:nvPr/>
          </p:nvSpPr>
          <p:spPr>
            <a:xfrm>
              <a:off x="302040" y="268560"/>
              <a:ext cx="53280" cy="66600"/>
            </a:xfrm>
            <a:custGeom>
              <a:avLst/>
              <a:gdLst/>
              <a:ahLst/>
              <a:rect l="l" t="t" r="r" b="b"/>
              <a:pathLst>
                <a:path w="809" h="1011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2" name="Google Shape;1035;p6"/>
            <p:cNvSpPr/>
            <p:nvPr/>
          </p:nvSpPr>
          <p:spPr>
            <a:xfrm>
              <a:off x="0" y="219600"/>
              <a:ext cx="218880" cy="169200"/>
            </a:xfrm>
            <a:custGeom>
              <a:avLst/>
              <a:gdLst/>
              <a:ahLst/>
              <a:rect l="l" t="t" r="r" b="b"/>
              <a:pathLst>
                <a:path w="3301" h="2559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3" name="Google Shape;1036;p6"/>
            <p:cNvSpPr/>
            <p:nvPr/>
          </p:nvSpPr>
          <p:spPr>
            <a:xfrm>
              <a:off x="1465200" y="409680"/>
              <a:ext cx="37440" cy="50760"/>
            </a:xfrm>
            <a:custGeom>
              <a:avLst/>
              <a:gdLst/>
              <a:ahLst/>
              <a:rect l="l" t="t" r="r" b="b"/>
              <a:pathLst>
                <a:path w="573" h="776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4" name="Google Shape;1037;p6"/>
            <p:cNvSpPr/>
            <p:nvPr/>
          </p:nvSpPr>
          <p:spPr>
            <a:xfrm>
              <a:off x="1648440" y="0"/>
              <a:ext cx="147240" cy="140760"/>
            </a:xfrm>
            <a:custGeom>
              <a:avLst/>
              <a:gdLst/>
              <a:ahLst/>
              <a:rect l="l" t="t" r="r" b="b"/>
              <a:pathLst>
                <a:path w="2223" h="2122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5" name="Google Shape;1038;p6"/>
            <p:cNvSpPr/>
            <p:nvPr/>
          </p:nvSpPr>
          <p:spPr>
            <a:xfrm>
              <a:off x="1617120" y="226080"/>
              <a:ext cx="15480" cy="46800"/>
            </a:xfrm>
            <a:custGeom>
              <a:avLst/>
              <a:gdLst/>
              <a:ahLst/>
              <a:rect l="l" t="t" r="r" b="b"/>
              <a:pathLst>
                <a:path w="237" h="708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6" name="Google Shape;1039;p6"/>
            <p:cNvSpPr/>
            <p:nvPr/>
          </p:nvSpPr>
          <p:spPr>
            <a:xfrm>
              <a:off x="1406880" y="351360"/>
              <a:ext cx="162720" cy="160920"/>
            </a:xfrm>
            <a:custGeom>
              <a:avLst/>
              <a:gdLst/>
              <a:ahLst/>
              <a:rect l="l" t="t" r="r" b="b"/>
              <a:pathLst>
                <a:path w="2459" h="2425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7" name="Google Shape;1040;p6"/>
            <p:cNvSpPr/>
            <p:nvPr/>
          </p:nvSpPr>
          <p:spPr>
            <a:xfrm>
              <a:off x="1738080" y="165600"/>
              <a:ext cx="22320" cy="154080"/>
            </a:xfrm>
            <a:custGeom>
              <a:avLst/>
              <a:gdLst/>
              <a:ahLst/>
              <a:rect l="l" t="t" r="r" b="b"/>
              <a:pathLst>
                <a:path w="338" h="2324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8" name="Google Shape;1041;p6"/>
            <p:cNvSpPr/>
            <p:nvPr/>
          </p:nvSpPr>
          <p:spPr>
            <a:xfrm>
              <a:off x="1711440" y="702360"/>
              <a:ext cx="180720" cy="19800"/>
            </a:xfrm>
            <a:custGeom>
              <a:avLst/>
              <a:gdLst/>
              <a:ahLst/>
              <a:rect l="l" t="t" r="r" b="b"/>
              <a:pathLst>
                <a:path w="2728" h="304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9" name="Google Shape;1042;p6"/>
            <p:cNvSpPr/>
            <p:nvPr/>
          </p:nvSpPr>
          <p:spPr>
            <a:xfrm>
              <a:off x="1711440" y="521280"/>
              <a:ext cx="154080" cy="160920"/>
            </a:xfrm>
            <a:custGeom>
              <a:avLst/>
              <a:gdLst/>
              <a:ahLst/>
              <a:rect l="l" t="t" r="r" b="b"/>
              <a:pathLst>
                <a:path w="2324" h="2425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0" name="Google Shape;1043;p6"/>
            <p:cNvSpPr/>
            <p:nvPr/>
          </p:nvSpPr>
          <p:spPr>
            <a:xfrm>
              <a:off x="1324440" y="534960"/>
              <a:ext cx="167400" cy="158400"/>
            </a:xfrm>
            <a:custGeom>
              <a:avLst/>
              <a:gdLst/>
              <a:ahLst/>
              <a:rect l="l" t="t" r="r" b="b"/>
              <a:pathLst>
                <a:path w="2526" h="2391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1" name="Google Shape;1044;p6"/>
            <p:cNvSpPr/>
            <p:nvPr/>
          </p:nvSpPr>
          <p:spPr>
            <a:xfrm>
              <a:off x="1921680" y="149760"/>
              <a:ext cx="169200" cy="16092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2" name="Google Shape;1045;p6"/>
            <p:cNvSpPr/>
            <p:nvPr/>
          </p:nvSpPr>
          <p:spPr>
            <a:xfrm>
              <a:off x="1699920" y="528120"/>
              <a:ext cx="21960" cy="155880"/>
            </a:xfrm>
            <a:custGeom>
              <a:avLst/>
              <a:gdLst/>
              <a:ahLst/>
              <a:rect l="l" t="t" r="r" b="b"/>
              <a:pathLst>
                <a:path w="338" h="2358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3" name="Google Shape;1046;p6"/>
            <p:cNvSpPr/>
            <p:nvPr/>
          </p:nvSpPr>
          <p:spPr>
            <a:xfrm>
              <a:off x="693720" y="20160"/>
              <a:ext cx="169560" cy="158400"/>
            </a:xfrm>
            <a:custGeom>
              <a:avLst/>
              <a:gdLst/>
              <a:ahLst/>
              <a:rect l="l" t="t" r="r" b="b"/>
              <a:pathLst>
                <a:path w="2560" h="2392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4" name="Google Shape;1047;p6"/>
            <p:cNvSpPr/>
            <p:nvPr/>
          </p:nvSpPr>
          <p:spPr>
            <a:xfrm>
              <a:off x="1749240" y="555120"/>
              <a:ext cx="60120" cy="33120"/>
            </a:xfrm>
            <a:custGeom>
              <a:avLst/>
              <a:gdLst/>
              <a:ahLst/>
              <a:rect l="l" t="t" r="r" b="b"/>
              <a:pathLst>
                <a:path w="910" h="506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5" name="Google Shape;1048;p6"/>
            <p:cNvSpPr/>
            <p:nvPr/>
          </p:nvSpPr>
          <p:spPr>
            <a:xfrm>
              <a:off x="910800" y="431640"/>
              <a:ext cx="46440" cy="69120"/>
            </a:xfrm>
            <a:custGeom>
              <a:avLst/>
              <a:gdLst/>
              <a:ahLst/>
              <a:rect l="l" t="t" r="r" b="b"/>
              <a:pathLst>
                <a:path w="708" h="1045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6" name="Google Shape;1049;p6"/>
            <p:cNvSpPr/>
            <p:nvPr/>
          </p:nvSpPr>
          <p:spPr>
            <a:xfrm>
              <a:off x="753840" y="96120"/>
              <a:ext cx="50760" cy="57600"/>
            </a:xfrm>
            <a:custGeom>
              <a:avLst/>
              <a:gdLst/>
              <a:ahLst/>
              <a:rect l="l" t="t" r="r" b="b"/>
              <a:pathLst>
                <a:path w="776" h="876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7" name="Google Shape;1050;p6"/>
            <p:cNvSpPr/>
            <p:nvPr/>
          </p:nvSpPr>
          <p:spPr>
            <a:xfrm>
              <a:off x="1033560" y="366840"/>
              <a:ext cx="147240" cy="162720"/>
            </a:xfrm>
            <a:custGeom>
              <a:avLst/>
              <a:gdLst/>
              <a:ahLst/>
              <a:rect l="l" t="t" r="r" b="b"/>
              <a:pathLst>
                <a:path w="2223" h="2459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8" name="Google Shape;1051;p6"/>
            <p:cNvSpPr/>
            <p:nvPr/>
          </p:nvSpPr>
          <p:spPr>
            <a:xfrm>
              <a:off x="805680" y="203760"/>
              <a:ext cx="19440" cy="154080"/>
            </a:xfrm>
            <a:custGeom>
              <a:avLst/>
              <a:gdLst/>
              <a:ahLst/>
              <a:rect l="l" t="t" r="r" b="b"/>
              <a:pathLst>
                <a:path w="304" h="2324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9" name="Google Shape;1052;p6"/>
            <p:cNvSpPr/>
            <p:nvPr/>
          </p:nvSpPr>
          <p:spPr>
            <a:xfrm>
              <a:off x="843480" y="369360"/>
              <a:ext cx="171720" cy="167400"/>
            </a:xfrm>
            <a:custGeom>
              <a:avLst/>
              <a:gdLst/>
              <a:ahLst/>
              <a:rect l="l" t="t" r="r" b="b"/>
              <a:pathLst>
                <a:path w="2594" h="2527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0" name="Google Shape;1053;p6"/>
            <p:cNvSpPr/>
            <p:nvPr/>
          </p:nvSpPr>
          <p:spPr>
            <a:xfrm>
              <a:off x="1288440" y="424800"/>
              <a:ext cx="50760" cy="46800"/>
            </a:xfrm>
            <a:custGeom>
              <a:avLst/>
              <a:gdLst/>
              <a:ahLst/>
              <a:rect l="l" t="t" r="r" b="b"/>
              <a:pathLst>
                <a:path w="775" h="708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1" name="Google Shape;1054;p6"/>
            <p:cNvSpPr/>
            <p:nvPr/>
          </p:nvSpPr>
          <p:spPr>
            <a:xfrm>
              <a:off x="1091520" y="424800"/>
              <a:ext cx="66960" cy="60120"/>
            </a:xfrm>
            <a:custGeom>
              <a:avLst/>
              <a:gdLst/>
              <a:ahLst/>
              <a:rect l="l" t="t" r="r" b="b"/>
              <a:pathLst>
                <a:path w="1011" h="91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2" name="Google Shape;1055;p6"/>
            <p:cNvSpPr/>
            <p:nvPr/>
          </p:nvSpPr>
          <p:spPr>
            <a:xfrm>
              <a:off x="1386720" y="594720"/>
              <a:ext cx="51120" cy="44280"/>
            </a:xfrm>
            <a:custGeom>
              <a:avLst/>
              <a:gdLst/>
              <a:ahLst/>
              <a:rect l="l" t="t" r="r" b="b"/>
              <a:pathLst>
                <a:path w="776" h="674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3" name="Google Shape;1056;p6"/>
            <p:cNvSpPr/>
            <p:nvPr/>
          </p:nvSpPr>
          <p:spPr>
            <a:xfrm>
              <a:off x="1216800" y="358200"/>
              <a:ext cx="172080" cy="160920"/>
            </a:xfrm>
            <a:custGeom>
              <a:avLst/>
              <a:gdLst/>
              <a:ahLst/>
              <a:rect l="l" t="t" r="r" b="b"/>
              <a:pathLst>
                <a:path w="2593" h="2425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xt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utl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body"/>
          </p:nvPr>
        </p:nvSpPr>
        <p:spPr>
          <a:xfrm>
            <a:off x="622944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Outlin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xt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utl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4"/>
          <p:cNvSpPr>
            <a:spLocks noGrp="1"/>
          </p:cNvSpPr>
          <p:nvPr>
            <p:ph type="sldNum" idx="5"/>
          </p:nvPr>
        </p:nvSpPr>
        <p:spPr>
          <a:xfrm>
            <a:off x="11665080" y="0"/>
            <a:ext cx="525960" cy="42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f55d4b"/>
                </a:solidFill>
                <a:latin typeface="Amatic SC"/>
                <a:ea typeface="Amatic S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764D7E3-C30F-42AF-BD92-58903A5A0E10}" type="slidenum">
              <a:rPr b="0" lang="en" sz="1200" spc="-1" strike="noStrike">
                <a:solidFill>
                  <a:srgbClr val="f55d4b"/>
                </a:solidFill>
                <a:latin typeface="Amatic SC"/>
                <a:ea typeface="Amatic SC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1062;p7"/>
          <p:cNvGrpSpPr/>
          <p:nvPr/>
        </p:nvGrpSpPr>
        <p:grpSpPr>
          <a:xfrm>
            <a:off x="2454840" y="6053760"/>
            <a:ext cx="1480320" cy="816480"/>
            <a:chOff x="2454840" y="6053760"/>
            <a:chExt cx="1480320" cy="816480"/>
          </a:xfrm>
        </p:grpSpPr>
        <p:sp>
          <p:nvSpPr>
            <p:cNvPr id="415" name="Google Shape;1063;p7"/>
            <p:cNvSpPr/>
            <p:nvPr/>
          </p:nvSpPr>
          <p:spPr>
            <a:xfrm>
              <a:off x="2454840" y="6053760"/>
              <a:ext cx="1480320" cy="816120"/>
            </a:xfrm>
            <a:custGeom>
              <a:avLst/>
              <a:gdLst/>
              <a:ahLst/>
              <a:rect l="l" t="t" r="r" b="b"/>
              <a:pathLst>
                <a:path w="22289" h="12289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6" name="Google Shape;1064;p7"/>
            <p:cNvSpPr/>
            <p:nvPr/>
          </p:nvSpPr>
          <p:spPr>
            <a:xfrm>
              <a:off x="2529000" y="6118560"/>
              <a:ext cx="627840" cy="500760"/>
            </a:xfrm>
            <a:custGeom>
              <a:avLst/>
              <a:gdLst/>
              <a:ahLst/>
              <a:rect l="l" t="t" r="r" b="b"/>
              <a:pathLst>
                <a:path w="9461" h="7543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7" name="Google Shape;1065;p7"/>
            <p:cNvSpPr/>
            <p:nvPr/>
          </p:nvSpPr>
          <p:spPr>
            <a:xfrm>
              <a:off x="3285000" y="6373800"/>
              <a:ext cx="569520" cy="496440"/>
            </a:xfrm>
            <a:custGeom>
              <a:avLst/>
              <a:gdLst/>
              <a:ahLst/>
              <a:rect l="l" t="t" r="r" b="b"/>
              <a:pathLst>
                <a:path w="8586" h="7475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18" name="Google Shape;1066;p7"/>
          <p:cNvGrpSpPr/>
          <p:nvPr/>
        </p:nvGrpSpPr>
        <p:grpSpPr>
          <a:xfrm>
            <a:off x="456120" y="5577480"/>
            <a:ext cx="491400" cy="970200"/>
            <a:chOff x="456120" y="5577480"/>
            <a:chExt cx="491400" cy="970200"/>
          </a:xfrm>
        </p:grpSpPr>
        <p:sp>
          <p:nvSpPr>
            <p:cNvPr id="419" name="Google Shape;1067;p7"/>
            <p:cNvSpPr/>
            <p:nvPr/>
          </p:nvSpPr>
          <p:spPr>
            <a:xfrm>
              <a:off x="514080" y="6255360"/>
              <a:ext cx="102960" cy="281160"/>
            </a:xfrm>
            <a:custGeom>
              <a:avLst/>
              <a:gdLst/>
              <a:ahLst/>
              <a:rect l="l" t="t" r="r" b="b"/>
              <a:pathLst>
                <a:path w="1550" h="4243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0" name="Google Shape;1068;p7"/>
            <p:cNvSpPr/>
            <p:nvPr/>
          </p:nvSpPr>
          <p:spPr>
            <a:xfrm>
              <a:off x="746640" y="5734080"/>
              <a:ext cx="171720" cy="111240"/>
            </a:xfrm>
            <a:custGeom>
              <a:avLst/>
              <a:gdLst/>
              <a:ahLst/>
              <a:rect l="l" t="t" r="r" b="b"/>
              <a:pathLst>
                <a:path w="2594" h="1685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1" name="Google Shape;1069;p7"/>
            <p:cNvSpPr/>
            <p:nvPr/>
          </p:nvSpPr>
          <p:spPr>
            <a:xfrm>
              <a:off x="456120" y="5577480"/>
              <a:ext cx="491400" cy="970200"/>
            </a:xfrm>
            <a:custGeom>
              <a:avLst/>
              <a:gdLst/>
              <a:ahLst/>
              <a:rect l="l" t="t" r="r" b="b"/>
              <a:pathLst>
                <a:path w="7407" h="14613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22" name="Google Shape;1070;p7"/>
          <p:cNvGrpSpPr/>
          <p:nvPr/>
        </p:nvGrpSpPr>
        <p:grpSpPr>
          <a:xfrm>
            <a:off x="0" y="1643760"/>
            <a:ext cx="605880" cy="1088640"/>
            <a:chOff x="0" y="1643760"/>
            <a:chExt cx="605880" cy="1088640"/>
          </a:xfrm>
        </p:grpSpPr>
        <p:sp>
          <p:nvSpPr>
            <p:cNvPr id="423" name="Google Shape;1071;p7"/>
            <p:cNvSpPr/>
            <p:nvPr/>
          </p:nvSpPr>
          <p:spPr>
            <a:xfrm>
              <a:off x="0" y="1711080"/>
              <a:ext cx="520920" cy="799920"/>
            </a:xfrm>
            <a:custGeom>
              <a:avLst/>
              <a:gdLst/>
              <a:ahLst/>
              <a:rect l="l" t="t" r="r" b="b"/>
              <a:pathLst>
                <a:path w="7846" h="12054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4" name="Google Shape;1072;p7"/>
            <p:cNvSpPr/>
            <p:nvPr/>
          </p:nvSpPr>
          <p:spPr>
            <a:xfrm>
              <a:off x="0" y="1643760"/>
              <a:ext cx="585720" cy="91080"/>
            </a:xfrm>
            <a:custGeom>
              <a:avLst/>
              <a:gdLst/>
              <a:ahLst/>
              <a:rect l="l" t="t" r="r" b="b"/>
              <a:pathLst>
                <a:path w="8822" h="1382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5" name="Google Shape;1073;p7"/>
            <p:cNvSpPr/>
            <p:nvPr/>
          </p:nvSpPr>
          <p:spPr>
            <a:xfrm>
              <a:off x="0" y="1712880"/>
              <a:ext cx="605880" cy="1019520"/>
            </a:xfrm>
            <a:custGeom>
              <a:avLst/>
              <a:gdLst/>
              <a:ahLst/>
              <a:rect l="l" t="t" r="r" b="b"/>
              <a:pathLst>
                <a:path w="9125" h="15354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26" name="Google Shape;1074;p7"/>
          <p:cNvGrpSpPr/>
          <p:nvPr/>
        </p:nvGrpSpPr>
        <p:grpSpPr>
          <a:xfrm>
            <a:off x="0" y="4096800"/>
            <a:ext cx="972720" cy="1395360"/>
            <a:chOff x="0" y="4096800"/>
            <a:chExt cx="972720" cy="1395360"/>
          </a:xfrm>
        </p:grpSpPr>
        <p:sp>
          <p:nvSpPr>
            <p:cNvPr id="427" name="Google Shape;1075;p7"/>
            <p:cNvSpPr/>
            <p:nvPr/>
          </p:nvSpPr>
          <p:spPr>
            <a:xfrm>
              <a:off x="0" y="4096800"/>
              <a:ext cx="972720" cy="1395360"/>
            </a:xfrm>
            <a:custGeom>
              <a:avLst/>
              <a:gdLst/>
              <a:ahLst/>
              <a:rect l="l" t="t" r="r" b="b"/>
              <a:pathLst>
                <a:path w="14647" h="2101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8" name="Google Shape;1076;p7"/>
            <p:cNvSpPr/>
            <p:nvPr/>
          </p:nvSpPr>
          <p:spPr>
            <a:xfrm>
              <a:off x="0" y="4351680"/>
              <a:ext cx="905400" cy="914400"/>
            </a:xfrm>
            <a:custGeom>
              <a:avLst/>
              <a:gdLst/>
              <a:ahLst/>
              <a:rect l="l" t="t" r="r" b="b"/>
              <a:pathLst>
                <a:path w="13637" h="13771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9" name="Google Shape;1077;p7"/>
            <p:cNvSpPr/>
            <p:nvPr/>
          </p:nvSpPr>
          <p:spPr>
            <a:xfrm>
              <a:off x="0" y="4419000"/>
              <a:ext cx="621720" cy="773280"/>
            </a:xfrm>
            <a:custGeom>
              <a:avLst/>
              <a:gdLst/>
              <a:ahLst/>
              <a:rect l="l" t="t" r="r" b="b"/>
              <a:pathLst>
                <a:path w="9361" h="1165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30" name="Google Shape;1078;p7"/>
          <p:cNvGrpSpPr/>
          <p:nvPr/>
        </p:nvGrpSpPr>
        <p:grpSpPr>
          <a:xfrm>
            <a:off x="7926120" y="0"/>
            <a:ext cx="3365640" cy="1013040"/>
            <a:chOff x="7926120" y="0"/>
            <a:chExt cx="3365640" cy="1013040"/>
          </a:xfrm>
        </p:grpSpPr>
        <p:sp>
          <p:nvSpPr>
            <p:cNvPr id="431" name="Google Shape;1079;p7"/>
            <p:cNvSpPr/>
            <p:nvPr/>
          </p:nvSpPr>
          <p:spPr>
            <a:xfrm>
              <a:off x="10728360" y="136440"/>
              <a:ext cx="149400" cy="12960"/>
            </a:xfrm>
            <a:custGeom>
              <a:avLst/>
              <a:gdLst/>
              <a:ahLst/>
              <a:rect l="l" t="t" r="r" b="b"/>
              <a:pathLst>
                <a:path w="2257" h="203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2" name="Google Shape;1080;p7"/>
            <p:cNvSpPr/>
            <p:nvPr/>
          </p:nvSpPr>
          <p:spPr>
            <a:xfrm>
              <a:off x="10261080" y="0"/>
              <a:ext cx="717480" cy="426960"/>
            </a:xfrm>
            <a:custGeom>
              <a:avLst/>
              <a:gdLst/>
              <a:ahLst/>
              <a:rect l="l" t="t" r="r" b="b"/>
              <a:pathLst>
                <a:path w="10808" h="6432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3" name="Google Shape;1081;p7"/>
            <p:cNvSpPr/>
            <p:nvPr/>
          </p:nvSpPr>
          <p:spPr>
            <a:xfrm>
              <a:off x="7926120" y="0"/>
              <a:ext cx="3365640" cy="1013040"/>
            </a:xfrm>
            <a:custGeom>
              <a:avLst/>
              <a:gdLst/>
              <a:ahLst/>
              <a:rect l="l" t="t" r="r" b="b"/>
              <a:pathLst>
                <a:path w="50672" h="15253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4" name="Google Shape;1082;p7"/>
            <p:cNvSpPr/>
            <p:nvPr/>
          </p:nvSpPr>
          <p:spPr>
            <a:xfrm>
              <a:off x="10699200" y="217080"/>
              <a:ext cx="155880" cy="24120"/>
            </a:xfrm>
            <a:custGeom>
              <a:avLst/>
              <a:gdLst/>
              <a:ahLst/>
              <a:rect l="l" t="t" r="r" b="b"/>
              <a:pathLst>
                <a:path w="2357" h="371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5" name="Google Shape;1083;p7"/>
            <p:cNvSpPr/>
            <p:nvPr/>
          </p:nvSpPr>
          <p:spPr>
            <a:xfrm>
              <a:off x="10294560" y="483480"/>
              <a:ext cx="283680" cy="95400"/>
            </a:xfrm>
            <a:custGeom>
              <a:avLst/>
              <a:gdLst/>
              <a:ahLst/>
              <a:rect l="l" t="t" r="r" b="b"/>
              <a:pathLst>
                <a:path w="4276" h="1448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6" name="Google Shape;1084;p7"/>
            <p:cNvSpPr/>
            <p:nvPr/>
          </p:nvSpPr>
          <p:spPr>
            <a:xfrm>
              <a:off x="10294560" y="577080"/>
              <a:ext cx="194400" cy="66600"/>
            </a:xfrm>
            <a:custGeom>
              <a:avLst/>
              <a:gdLst/>
              <a:ahLst/>
              <a:rect l="l" t="t" r="r" b="b"/>
              <a:pathLst>
                <a:path w="2930" h="1011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7" name="Google Shape;1085;p7"/>
            <p:cNvSpPr/>
            <p:nvPr/>
          </p:nvSpPr>
          <p:spPr>
            <a:xfrm>
              <a:off x="10281240" y="450000"/>
              <a:ext cx="247680" cy="57600"/>
            </a:xfrm>
            <a:custGeom>
              <a:avLst/>
              <a:gdLst/>
              <a:ahLst/>
              <a:rect l="l" t="t" r="r" b="b"/>
              <a:pathLst>
                <a:path w="3738" h="876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8" name="Google Shape;1086;p7"/>
            <p:cNvSpPr/>
            <p:nvPr/>
          </p:nvSpPr>
          <p:spPr>
            <a:xfrm>
              <a:off x="8666280" y="0"/>
              <a:ext cx="71280" cy="386640"/>
            </a:xfrm>
            <a:custGeom>
              <a:avLst/>
              <a:gdLst/>
              <a:ahLst/>
              <a:rect l="l" t="t" r="r" b="b"/>
              <a:pathLst>
                <a:path w="1079" h="5826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39" name="Google Shape;1087;p7"/>
          <p:cNvGrpSpPr/>
          <p:nvPr/>
        </p:nvGrpSpPr>
        <p:grpSpPr>
          <a:xfrm>
            <a:off x="11341440" y="2085480"/>
            <a:ext cx="849600" cy="1507320"/>
            <a:chOff x="11341440" y="2085480"/>
            <a:chExt cx="849600" cy="1507320"/>
          </a:xfrm>
        </p:grpSpPr>
        <p:sp>
          <p:nvSpPr>
            <p:cNvPr id="440" name="Google Shape;1088;p7"/>
            <p:cNvSpPr/>
            <p:nvPr/>
          </p:nvSpPr>
          <p:spPr>
            <a:xfrm>
              <a:off x="11404080" y="2232720"/>
              <a:ext cx="786600" cy="1200600"/>
            </a:xfrm>
            <a:custGeom>
              <a:avLst/>
              <a:gdLst/>
              <a:ahLst/>
              <a:rect l="l" t="t" r="r" b="b"/>
              <a:pathLst>
                <a:path w="11852" h="18081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1" name="Google Shape;1089;p7"/>
            <p:cNvSpPr/>
            <p:nvPr/>
          </p:nvSpPr>
          <p:spPr>
            <a:xfrm>
              <a:off x="11752920" y="3449520"/>
              <a:ext cx="86760" cy="62640"/>
            </a:xfrm>
            <a:custGeom>
              <a:avLst/>
              <a:gdLst/>
              <a:ahLst/>
              <a:rect l="l" t="t" r="r" b="b"/>
              <a:pathLst>
                <a:path w="1314" h="943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2" name="Google Shape;1090;p7"/>
            <p:cNvSpPr/>
            <p:nvPr/>
          </p:nvSpPr>
          <p:spPr>
            <a:xfrm>
              <a:off x="11419920" y="2242080"/>
              <a:ext cx="46440" cy="46440"/>
            </a:xfrm>
            <a:custGeom>
              <a:avLst/>
              <a:gdLst/>
              <a:ahLst/>
              <a:rect l="l" t="t" r="r" b="b"/>
              <a:pathLst>
                <a:path w="708" h="708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3" name="Google Shape;1091;p7"/>
            <p:cNvSpPr/>
            <p:nvPr/>
          </p:nvSpPr>
          <p:spPr>
            <a:xfrm>
              <a:off x="11748600" y="3479040"/>
              <a:ext cx="21960" cy="39600"/>
            </a:xfrm>
            <a:custGeom>
              <a:avLst/>
              <a:gdLst/>
              <a:ahLst/>
              <a:rect l="l" t="t" r="r" b="b"/>
              <a:pathLst>
                <a:path w="338" h="607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4" name="Google Shape;1092;p7"/>
            <p:cNvSpPr/>
            <p:nvPr/>
          </p:nvSpPr>
          <p:spPr>
            <a:xfrm>
              <a:off x="11592000" y="2179080"/>
              <a:ext cx="140760" cy="53280"/>
            </a:xfrm>
            <a:custGeom>
              <a:avLst/>
              <a:gdLst/>
              <a:ahLst/>
              <a:rect l="l" t="t" r="r" b="b"/>
              <a:pathLst>
                <a:path w="2123" h="809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5" name="Google Shape;1093;p7"/>
            <p:cNvSpPr/>
            <p:nvPr/>
          </p:nvSpPr>
          <p:spPr>
            <a:xfrm>
              <a:off x="11902680" y="3380400"/>
              <a:ext cx="203040" cy="107280"/>
            </a:xfrm>
            <a:custGeom>
              <a:avLst/>
              <a:gdLst/>
              <a:ahLst/>
              <a:rect l="l" t="t" r="r" b="b"/>
              <a:pathLst>
                <a:path w="3065" h="1617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6" name="Google Shape;1094;p7"/>
            <p:cNvSpPr/>
            <p:nvPr/>
          </p:nvSpPr>
          <p:spPr>
            <a:xfrm>
              <a:off x="11341440" y="2085480"/>
              <a:ext cx="849600" cy="1507320"/>
            </a:xfrm>
            <a:custGeom>
              <a:avLst/>
              <a:gdLst/>
              <a:ahLst/>
              <a:rect l="l" t="t" r="r" b="b"/>
              <a:pathLst>
                <a:path w="12794" h="22693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7" name="Google Shape;1095;p7"/>
            <p:cNvSpPr/>
            <p:nvPr/>
          </p:nvSpPr>
          <p:spPr>
            <a:xfrm>
              <a:off x="11842200" y="2147760"/>
              <a:ext cx="28800" cy="26640"/>
            </a:xfrm>
            <a:custGeom>
              <a:avLst/>
              <a:gdLst/>
              <a:ahLst/>
              <a:rect l="l" t="t" r="r" b="b"/>
              <a:pathLst>
                <a:path w="439" h="405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48" name="Google Shape;1096;p7"/>
          <p:cNvGrpSpPr/>
          <p:nvPr/>
        </p:nvGrpSpPr>
        <p:grpSpPr>
          <a:xfrm>
            <a:off x="9952560" y="4824360"/>
            <a:ext cx="2238840" cy="2045880"/>
            <a:chOff x="9952560" y="4824360"/>
            <a:chExt cx="2238840" cy="2045880"/>
          </a:xfrm>
        </p:grpSpPr>
        <p:sp>
          <p:nvSpPr>
            <p:cNvPr id="449" name="Google Shape;1097;p7"/>
            <p:cNvSpPr/>
            <p:nvPr/>
          </p:nvSpPr>
          <p:spPr>
            <a:xfrm>
              <a:off x="11044080" y="6611040"/>
              <a:ext cx="813600" cy="259200"/>
            </a:xfrm>
            <a:custGeom>
              <a:avLst/>
              <a:gdLst/>
              <a:ahLst/>
              <a:rect l="l" t="t" r="r" b="b"/>
              <a:pathLst>
                <a:path w="12256" h="3906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0" name="Google Shape;1098;p7"/>
            <p:cNvSpPr/>
            <p:nvPr/>
          </p:nvSpPr>
          <p:spPr>
            <a:xfrm>
              <a:off x="10140840" y="6255720"/>
              <a:ext cx="151560" cy="142560"/>
            </a:xfrm>
            <a:custGeom>
              <a:avLst/>
              <a:gdLst/>
              <a:ahLst/>
              <a:rect l="l" t="t" r="r" b="b"/>
              <a:pathLst>
                <a:path w="2290" h="2156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1" name="Google Shape;1099;p7"/>
            <p:cNvSpPr/>
            <p:nvPr/>
          </p:nvSpPr>
          <p:spPr>
            <a:xfrm>
              <a:off x="9952560" y="5991480"/>
              <a:ext cx="1041480" cy="878400"/>
            </a:xfrm>
            <a:custGeom>
              <a:avLst/>
              <a:gdLst/>
              <a:ahLst/>
              <a:rect l="l" t="t" r="r" b="b"/>
              <a:pathLst>
                <a:path w="15690" h="13232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2" name="Google Shape;1100;p7"/>
            <p:cNvSpPr/>
            <p:nvPr/>
          </p:nvSpPr>
          <p:spPr>
            <a:xfrm>
              <a:off x="11929680" y="6758640"/>
              <a:ext cx="261000" cy="111240"/>
            </a:xfrm>
            <a:custGeom>
              <a:avLst/>
              <a:gdLst/>
              <a:ahLst/>
              <a:rect l="l" t="t" r="r" b="b"/>
              <a:pathLst>
                <a:path w="3940" h="1684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3" name="Google Shape;1101;p7"/>
            <p:cNvSpPr/>
            <p:nvPr/>
          </p:nvSpPr>
          <p:spPr>
            <a:xfrm>
              <a:off x="10022040" y="6130440"/>
              <a:ext cx="60120" cy="57600"/>
            </a:xfrm>
            <a:custGeom>
              <a:avLst/>
              <a:gdLst/>
              <a:ahLst/>
              <a:rect l="l" t="t" r="r" b="b"/>
              <a:pathLst>
                <a:path w="910" h="877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4" name="Google Shape;1102;p7"/>
            <p:cNvSpPr/>
            <p:nvPr/>
          </p:nvSpPr>
          <p:spPr>
            <a:xfrm>
              <a:off x="10310760" y="5423400"/>
              <a:ext cx="1880640" cy="1158120"/>
            </a:xfrm>
            <a:custGeom>
              <a:avLst/>
              <a:gdLst/>
              <a:ahLst/>
              <a:rect l="l" t="t" r="r" b="b"/>
              <a:pathLst>
                <a:path w="28315" h="17441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5" name="Google Shape;1103;p7"/>
            <p:cNvSpPr/>
            <p:nvPr/>
          </p:nvSpPr>
          <p:spPr>
            <a:xfrm>
              <a:off x="10388880" y="5535000"/>
              <a:ext cx="37440" cy="39960"/>
            </a:xfrm>
            <a:custGeom>
              <a:avLst/>
              <a:gdLst/>
              <a:ahLst/>
              <a:rect l="l" t="t" r="r" b="b"/>
              <a:pathLst>
                <a:path w="573" h="607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6" name="Google Shape;1104;p7"/>
            <p:cNvSpPr/>
            <p:nvPr/>
          </p:nvSpPr>
          <p:spPr>
            <a:xfrm>
              <a:off x="11837880" y="5973840"/>
              <a:ext cx="178560" cy="174240"/>
            </a:xfrm>
            <a:custGeom>
              <a:avLst/>
              <a:gdLst/>
              <a:ahLst/>
              <a:rect l="l" t="t" r="r" b="b"/>
              <a:pathLst>
                <a:path w="2694" h="2627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7" name="Google Shape;1105;p7"/>
            <p:cNvSpPr/>
            <p:nvPr/>
          </p:nvSpPr>
          <p:spPr>
            <a:xfrm>
              <a:off x="10453680" y="5667120"/>
              <a:ext cx="131400" cy="131400"/>
            </a:xfrm>
            <a:custGeom>
              <a:avLst/>
              <a:gdLst/>
              <a:ahLst/>
              <a:rect l="l" t="t" r="r" b="b"/>
              <a:pathLst>
                <a:path w="1988" h="1987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8" name="Google Shape;1106;p7"/>
            <p:cNvSpPr/>
            <p:nvPr/>
          </p:nvSpPr>
          <p:spPr>
            <a:xfrm>
              <a:off x="11739600" y="4824360"/>
              <a:ext cx="451080" cy="1117800"/>
            </a:xfrm>
            <a:custGeom>
              <a:avLst/>
              <a:gdLst/>
              <a:ahLst/>
              <a:rect l="l" t="t" r="r" b="b"/>
              <a:pathLst>
                <a:path w="6801" h="16835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59" name="Google Shape;1107;p7"/>
          <p:cNvGrpSpPr/>
          <p:nvPr/>
        </p:nvGrpSpPr>
        <p:grpSpPr>
          <a:xfrm>
            <a:off x="10462680" y="4096800"/>
            <a:ext cx="797760" cy="793440"/>
            <a:chOff x="10462680" y="4096800"/>
            <a:chExt cx="797760" cy="793440"/>
          </a:xfrm>
        </p:grpSpPr>
        <p:sp>
          <p:nvSpPr>
            <p:cNvPr id="460" name="Google Shape;1108;p7"/>
            <p:cNvSpPr/>
            <p:nvPr/>
          </p:nvSpPr>
          <p:spPr>
            <a:xfrm>
              <a:off x="10462680" y="4096800"/>
              <a:ext cx="791640" cy="778320"/>
            </a:xfrm>
            <a:custGeom>
              <a:avLst/>
              <a:gdLst/>
              <a:ahLst/>
              <a:rect l="l" t="t" r="r" b="b"/>
              <a:pathLst>
                <a:path w="11919" h="11717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1" name="Google Shape;1109;p7"/>
            <p:cNvSpPr/>
            <p:nvPr/>
          </p:nvSpPr>
          <p:spPr>
            <a:xfrm>
              <a:off x="11102040" y="4253400"/>
              <a:ext cx="158400" cy="636840"/>
            </a:xfrm>
            <a:custGeom>
              <a:avLst/>
              <a:gdLst/>
              <a:ahLst/>
              <a:rect l="l" t="t" r="r" b="b"/>
              <a:pathLst>
                <a:path w="2391" h="9596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62" name="Google Shape;1110;p7"/>
          <p:cNvGrpSpPr/>
          <p:nvPr/>
        </p:nvGrpSpPr>
        <p:grpSpPr>
          <a:xfrm>
            <a:off x="2938680" y="140760"/>
            <a:ext cx="728640" cy="315000"/>
            <a:chOff x="2938680" y="140760"/>
            <a:chExt cx="728640" cy="315000"/>
          </a:xfrm>
        </p:grpSpPr>
        <p:sp>
          <p:nvSpPr>
            <p:cNvPr id="463" name="Google Shape;1111;p7"/>
            <p:cNvSpPr/>
            <p:nvPr/>
          </p:nvSpPr>
          <p:spPr>
            <a:xfrm>
              <a:off x="2990160" y="281520"/>
              <a:ext cx="43920" cy="26280"/>
            </a:xfrm>
            <a:custGeom>
              <a:avLst/>
              <a:gdLst/>
              <a:ahLst/>
              <a:rect l="l" t="t" r="r" b="b"/>
              <a:pathLst>
                <a:path w="675" h="405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4" name="Google Shape;1112;p7"/>
            <p:cNvSpPr/>
            <p:nvPr/>
          </p:nvSpPr>
          <p:spPr>
            <a:xfrm>
              <a:off x="2999160" y="234360"/>
              <a:ext cx="46440" cy="24120"/>
            </a:xfrm>
            <a:custGeom>
              <a:avLst/>
              <a:gdLst/>
              <a:ahLst/>
              <a:rect l="l" t="t" r="r" b="b"/>
              <a:pathLst>
                <a:path w="708" h="372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" name="Google Shape;1113;p7"/>
            <p:cNvSpPr/>
            <p:nvPr/>
          </p:nvSpPr>
          <p:spPr>
            <a:xfrm>
              <a:off x="2938680" y="140760"/>
              <a:ext cx="728640" cy="315000"/>
            </a:xfrm>
            <a:custGeom>
              <a:avLst/>
              <a:gdLst/>
              <a:ahLst/>
              <a:rect l="l" t="t" r="r" b="b"/>
              <a:pathLst>
                <a:path w="10977" h="4749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6" name="Google Shape;1114;p7"/>
            <p:cNvSpPr/>
            <p:nvPr/>
          </p:nvSpPr>
          <p:spPr>
            <a:xfrm>
              <a:off x="3457440" y="232560"/>
              <a:ext cx="149400" cy="149040"/>
            </a:xfrm>
            <a:custGeom>
              <a:avLst/>
              <a:gdLst/>
              <a:ahLst/>
              <a:rect l="l" t="t" r="r" b="b"/>
              <a:pathLst>
                <a:path w="2257" h="2256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67" name="Google Shape;1115;p7"/>
          <p:cNvGrpSpPr/>
          <p:nvPr/>
        </p:nvGrpSpPr>
        <p:grpSpPr>
          <a:xfrm>
            <a:off x="0" y="0"/>
            <a:ext cx="2732760" cy="1030680"/>
            <a:chOff x="0" y="0"/>
            <a:chExt cx="2732760" cy="1030680"/>
          </a:xfrm>
        </p:grpSpPr>
        <p:sp>
          <p:nvSpPr>
            <p:cNvPr id="468" name="Google Shape;1116;p7"/>
            <p:cNvSpPr/>
            <p:nvPr/>
          </p:nvSpPr>
          <p:spPr>
            <a:xfrm>
              <a:off x="1420560" y="234720"/>
              <a:ext cx="53280" cy="46800"/>
            </a:xfrm>
            <a:custGeom>
              <a:avLst/>
              <a:gdLst/>
              <a:ahLst/>
              <a:rect l="l" t="t" r="r" b="b"/>
              <a:pathLst>
                <a:path w="809" h="708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9" name="Google Shape;1117;p7"/>
            <p:cNvSpPr/>
            <p:nvPr/>
          </p:nvSpPr>
          <p:spPr>
            <a:xfrm>
              <a:off x="1362240" y="172440"/>
              <a:ext cx="167760" cy="158400"/>
            </a:xfrm>
            <a:custGeom>
              <a:avLst/>
              <a:gdLst/>
              <a:ahLst/>
              <a:rect l="l" t="t" r="r" b="b"/>
              <a:pathLst>
                <a:path w="2526" h="2391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0" name="Google Shape;1118;p7"/>
            <p:cNvSpPr/>
            <p:nvPr/>
          </p:nvSpPr>
          <p:spPr>
            <a:xfrm>
              <a:off x="1793880" y="219600"/>
              <a:ext cx="48960" cy="50760"/>
            </a:xfrm>
            <a:custGeom>
              <a:avLst/>
              <a:gdLst/>
              <a:ahLst/>
              <a:rect l="l" t="t" r="r" b="b"/>
              <a:pathLst>
                <a:path w="742" h="775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1" name="Google Shape;1119;p7"/>
            <p:cNvSpPr/>
            <p:nvPr/>
          </p:nvSpPr>
          <p:spPr>
            <a:xfrm>
              <a:off x="1442880" y="0"/>
              <a:ext cx="22320" cy="151920"/>
            </a:xfrm>
            <a:custGeom>
              <a:avLst/>
              <a:gdLst/>
              <a:ahLst/>
              <a:rect l="l" t="t" r="r" b="b"/>
              <a:pathLst>
                <a:path w="338" h="2291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2" name="Google Shape;1120;p7"/>
            <p:cNvSpPr/>
            <p:nvPr/>
          </p:nvSpPr>
          <p:spPr>
            <a:xfrm>
              <a:off x="1814040" y="0"/>
              <a:ext cx="165240" cy="147600"/>
            </a:xfrm>
            <a:custGeom>
              <a:avLst/>
              <a:gdLst/>
              <a:ahLst/>
              <a:rect l="l" t="t" r="r" b="b"/>
              <a:pathLst>
                <a:path w="2492" h="2223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3" name="Google Shape;1121;p7"/>
            <p:cNvSpPr/>
            <p:nvPr/>
          </p:nvSpPr>
          <p:spPr>
            <a:xfrm>
              <a:off x="141120" y="0"/>
              <a:ext cx="165240" cy="30960"/>
            </a:xfrm>
            <a:custGeom>
              <a:avLst/>
              <a:gdLst/>
              <a:ahLst/>
              <a:rect l="l" t="t" r="r" b="b"/>
              <a:pathLst>
                <a:path w="2493" h="473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4" name="Google Shape;1122;p7"/>
            <p:cNvSpPr/>
            <p:nvPr/>
          </p:nvSpPr>
          <p:spPr>
            <a:xfrm>
              <a:off x="1749240" y="159120"/>
              <a:ext cx="154080" cy="158400"/>
            </a:xfrm>
            <a:custGeom>
              <a:avLst/>
              <a:gdLst/>
              <a:ahLst/>
              <a:rect l="l" t="t" r="r" b="b"/>
              <a:pathLst>
                <a:path w="2324" h="2391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5" name="Google Shape;1123;p7"/>
            <p:cNvSpPr/>
            <p:nvPr/>
          </p:nvSpPr>
          <p:spPr>
            <a:xfrm>
              <a:off x="1702080" y="69120"/>
              <a:ext cx="39960" cy="44280"/>
            </a:xfrm>
            <a:custGeom>
              <a:avLst/>
              <a:gdLst/>
              <a:ahLst/>
              <a:rect l="l" t="t" r="r" b="b"/>
              <a:pathLst>
                <a:path w="607" h="674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6" name="Google Shape;1124;p7"/>
            <p:cNvSpPr/>
            <p:nvPr/>
          </p:nvSpPr>
          <p:spPr>
            <a:xfrm>
              <a:off x="1454040" y="0"/>
              <a:ext cx="154080" cy="149400"/>
            </a:xfrm>
            <a:custGeom>
              <a:avLst/>
              <a:gdLst/>
              <a:ahLst/>
              <a:rect l="l" t="t" r="r" b="b"/>
              <a:pathLst>
                <a:path w="2325" h="2257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7" name="Google Shape;1125;p7"/>
            <p:cNvSpPr/>
            <p:nvPr/>
          </p:nvSpPr>
          <p:spPr>
            <a:xfrm>
              <a:off x="1626480" y="0"/>
              <a:ext cx="21960" cy="138240"/>
            </a:xfrm>
            <a:custGeom>
              <a:avLst/>
              <a:gdLst/>
              <a:ahLst/>
              <a:rect l="l" t="t" r="r" b="b"/>
              <a:pathLst>
                <a:path w="338" h="2089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8" name="Google Shape;1126;p7"/>
            <p:cNvSpPr/>
            <p:nvPr/>
          </p:nvSpPr>
          <p:spPr>
            <a:xfrm>
              <a:off x="2001600" y="0"/>
              <a:ext cx="165240" cy="124920"/>
            </a:xfrm>
            <a:custGeom>
              <a:avLst/>
              <a:gdLst/>
              <a:ahLst/>
              <a:rect l="l" t="t" r="r" b="b"/>
              <a:pathLst>
                <a:path w="2493" h="1887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9" name="Google Shape;1127;p7"/>
            <p:cNvSpPr/>
            <p:nvPr/>
          </p:nvSpPr>
          <p:spPr>
            <a:xfrm>
              <a:off x="1067040" y="4320"/>
              <a:ext cx="167760" cy="156240"/>
            </a:xfrm>
            <a:custGeom>
              <a:avLst/>
              <a:gdLst/>
              <a:ahLst/>
              <a:rect l="l" t="t" r="r" b="b"/>
              <a:pathLst>
                <a:path w="2526" h="2357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0" name="Google Shape;1128;p7"/>
            <p:cNvSpPr/>
            <p:nvPr/>
          </p:nvSpPr>
          <p:spPr>
            <a:xfrm>
              <a:off x="1324440" y="84960"/>
              <a:ext cx="28800" cy="46800"/>
            </a:xfrm>
            <a:custGeom>
              <a:avLst/>
              <a:gdLst/>
              <a:ahLst/>
              <a:rect l="l" t="t" r="r" b="b"/>
              <a:pathLst>
                <a:path w="438" h="708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1" name="Google Shape;1129;p7"/>
            <p:cNvSpPr/>
            <p:nvPr/>
          </p:nvSpPr>
          <p:spPr>
            <a:xfrm>
              <a:off x="1138680" y="94320"/>
              <a:ext cx="37440" cy="46440"/>
            </a:xfrm>
            <a:custGeom>
              <a:avLst/>
              <a:gdLst/>
              <a:ahLst/>
              <a:rect l="l" t="t" r="r" b="b"/>
              <a:pathLst>
                <a:path w="574" h="708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2" name="Google Shape;1130;p7"/>
            <p:cNvSpPr/>
            <p:nvPr/>
          </p:nvSpPr>
          <p:spPr>
            <a:xfrm>
              <a:off x="747000" y="0"/>
              <a:ext cx="26280" cy="720"/>
            </a:xfrm>
            <a:custGeom>
              <a:avLst/>
              <a:gdLst/>
              <a:ahLst/>
              <a:rect l="l" t="t" r="r" b="b"/>
              <a:pathLst>
                <a:path w="405" h="1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3" name="Google Shape;1131;p7"/>
            <p:cNvSpPr/>
            <p:nvPr/>
          </p:nvSpPr>
          <p:spPr>
            <a:xfrm>
              <a:off x="510480" y="33840"/>
              <a:ext cx="19440" cy="155880"/>
            </a:xfrm>
            <a:custGeom>
              <a:avLst/>
              <a:gdLst/>
              <a:ahLst/>
              <a:rect l="l" t="t" r="r" b="b"/>
              <a:pathLst>
                <a:path w="304" h="2358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4" name="Google Shape;1132;p7"/>
            <p:cNvSpPr/>
            <p:nvPr/>
          </p:nvSpPr>
          <p:spPr>
            <a:xfrm>
              <a:off x="1516320" y="78480"/>
              <a:ext cx="33120" cy="50760"/>
            </a:xfrm>
            <a:custGeom>
              <a:avLst/>
              <a:gdLst/>
              <a:ahLst/>
              <a:rect l="l" t="t" r="r" b="b"/>
              <a:pathLst>
                <a:path w="506" h="775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5" name="Google Shape;1133;p7"/>
            <p:cNvSpPr/>
            <p:nvPr/>
          </p:nvSpPr>
          <p:spPr>
            <a:xfrm>
              <a:off x="545760" y="0"/>
              <a:ext cx="149400" cy="11160"/>
            </a:xfrm>
            <a:custGeom>
              <a:avLst/>
              <a:gdLst/>
              <a:ahLst/>
              <a:rect l="l" t="t" r="r" b="b"/>
              <a:pathLst>
                <a:path w="2257" h="17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6" name="Google Shape;1134;p7"/>
            <p:cNvSpPr/>
            <p:nvPr/>
          </p:nvSpPr>
          <p:spPr>
            <a:xfrm>
              <a:off x="881280" y="6840"/>
              <a:ext cx="165240" cy="178560"/>
            </a:xfrm>
            <a:custGeom>
              <a:avLst/>
              <a:gdLst/>
              <a:ahLst/>
              <a:rect l="l" t="t" r="r" b="b"/>
              <a:pathLst>
                <a:path w="2493" h="2695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7" name="Google Shape;1135;p7"/>
            <p:cNvSpPr/>
            <p:nvPr/>
          </p:nvSpPr>
          <p:spPr>
            <a:xfrm>
              <a:off x="577080" y="100800"/>
              <a:ext cx="46440" cy="69120"/>
            </a:xfrm>
            <a:custGeom>
              <a:avLst/>
              <a:gdLst/>
              <a:ahLst/>
              <a:rect l="l" t="t" r="r" b="b"/>
              <a:pathLst>
                <a:path w="708" h="1045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8" name="Google Shape;1136;p7"/>
            <p:cNvSpPr/>
            <p:nvPr/>
          </p:nvSpPr>
          <p:spPr>
            <a:xfrm>
              <a:off x="521280" y="27000"/>
              <a:ext cx="154080" cy="160920"/>
            </a:xfrm>
            <a:custGeom>
              <a:avLst/>
              <a:gdLst/>
              <a:ahLst/>
              <a:rect l="l" t="t" r="r" b="b"/>
              <a:pathLst>
                <a:path w="2324" h="2425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9" name="Google Shape;1137;p7"/>
            <p:cNvSpPr/>
            <p:nvPr/>
          </p:nvSpPr>
          <p:spPr>
            <a:xfrm>
              <a:off x="720000" y="0"/>
              <a:ext cx="11160" cy="2160"/>
            </a:xfrm>
            <a:custGeom>
              <a:avLst/>
              <a:gdLst/>
              <a:ahLst/>
              <a:rect l="l" t="t" r="r" b="b"/>
              <a:pathLst>
                <a:path w="170" h="35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0" name="Google Shape;1138;p7"/>
            <p:cNvSpPr/>
            <p:nvPr/>
          </p:nvSpPr>
          <p:spPr>
            <a:xfrm>
              <a:off x="1176480" y="174240"/>
              <a:ext cx="165240" cy="178560"/>
            </a:xfrm>
            <a:custGeom>
              <a:avLst/>
              <a:gdLst/>
              <a:ahLst/>
              <a:rect l="l" t="t" r="r" b="b"/>
              <a:pathLst>
                <a:path w="2492" h="2695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1" name="Google Shape;1139;p7"/>
            <p:cNvSpPr/>
            <p:nvPr/>
          </p:nvSpPr>
          <p:spPr>
            <a:xfrm>
              <a:off x="1180800" y="369360"/>
              <a:ext cx="17280" cy="154080"/>
            </a:xfrm>
            <a:custGeom>
              <a:avLst/>
              <a:gdLst/>
              <a:ahLst/>
              <a:rect l="l" t="t" r="r" b="b"/>
              <a:pathLst>
                <a:path w="270" h="2325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2" name="Google Shape;1140;p7"/>
            <p:cNvSpPr/>
            <p:nvPr/>
          </p:nvSpPr>
          <p:spPr>
            <a:xfrm>
              <a:off x="1245600" y="241560"/>
              <a:ext cx="39960" cy="46440"/>
            </a:xfrm>
            <a:custGeom>
              <a:avLst/>
              <a:gdLst/>
              <a:ahLst/>
              <a:rect l="l" t="t" r="r" b="b"/>
              <a:pathLst>
                <a:path w="607" h="708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3" name="Google Shape;1141;p7"/>
            <p:cNvSpPr/>
            <p:nvPr/>
          </p:nvSpPr>
          <p:spPr>
            <a:xfrm>
              <a:off x="1254960" y="0"/>
              <a:ext cx="169200" cy="156240"/>
            </a:xfrm>
            <a:custGeom>
              <a:avLst/>
              <a:gdLst/>
              <a:ahLst/>
              <a:rect l="l" t="t" r="r" b="b"/>
              <a:pathLst>
                <a:path w="2560" h="2358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4" name="Google Shape;1142;p7"/>
            <p:cNvSpPr/>
            <p:nvPr/>
          </p:nvSpPr>
          <p:spPr>
            <a:xfrm>
              <a:off x="1883520" y="64800"/>
              <a:ext cx="39960" cy="46800"/>
            </a:xfrm>
            <a:custGeom>
              <a:avLst/>
              <a:gdLst/>
              <a:ahLst/>
              <a:rect l="l" t="t" r="r" b="b"/>
              <a:pathLst>
                <a:path w="607" h="708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5" name="Google Shape;1143;p7"/>
            <p:cNvSpPr/>
            <p:nvPr/>
          </p:nvSpPr>
          <p:spPr>
            <a:xfrm>
              <a:off x="872280" y="253080"/>
              <a:ext cx="37440" cy="55800"/>
            </a:xfrm>
            <a:custGeom>
              <a:avLst/>
              <a:gdLst/>
              <a:ahLst/>
              <a:rect l="l" t="t" r="r" b="b"/>
              <a:pathLst>
                <a:path w="573" h="842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6" name="Google Shape;1144;p7"/>
            <p:cNvSpPr/>
            <p:nvPr/>
          </p:nvSpPr>
          <p:spPr>
            <a:xfrm>
              <a:off x="814320" y="196920"/>
              <a:ext cx="155880" cy="158400"/>
            </a:xfrm>
            <a:custGeom>
              <a:avLst/>
              <a:gdLst/>
              <a:ahLst/>
              <a:rect l="l" t="t" r="r" b="b"/>
              <a:pathLst>
                <a:path w="2358" h="2391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7" name="Google Shape;1145;p7"/>
            <p:cNvSpPr/>
            <p:nvPr/>
          </p:nvSpPr>
          <p:spPr>
            <a:xfrm>
              <a:off x="1049400" y="248400"/>
              <a:ext cx="55800" cy="48960"/>
            </a:xfrm>
            <a:custGeom>
              <a:avLst/>
              <a:gdLst/>
              <a:ahLst/>
              <a:rect l="l" t="t" r="r" b="b"/>
              <a:pathLst>
                <a:path w="842" h="742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" name="Google Shape;1146;p7"/>
            <p:cNvSpPr/>
            <p:nvPr/>
          </p:nvSpPr>
          <p:spPr>
            <a:xfrm>
              <a:off x="946080" y="96120"/>
              <a:ext cx="46800" cy="64440"/>
            </a:xfrm>
            <a:custGeom>
              <a:avLst/>
              <a:gdLst/>
              <a:ahLst/>
              <a:rect l="l" t="t" r="r" b="b"/>
              <a:pathLst>
                <a:path w="708" h="977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" name="Google Shape;1147;p7"/>
            <p:cNvSpPr/>
            <p:nvPr/>
          </p:nvSpPr>
          <p:spPr>
            <a:xfrm>
              <a:off x="988920" y="187920"/>
              <a:ext cx="169560" cy="160560"/>
            </a:xfrm>
            <a:custGeom>
              <a:avLst/>
              <a:gdLst/>
              <a:ahLst/>
              <a:rect l="l" t="t" r="r" b="b"/>
              <a:pathLst>
                <a:path w="2559" h="2425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0" name="Google Shape;1148;p7"/>
            <p:cNvSpPr/>
            <p:nvPr/>
          </p:nvSpPr>
          <p:spPr>
            <a:xfrm>
              <a:off x="281880" y="396000"/>
              <a:ext cx="174240" cy="160920"/>
            </a:xfrm>
            <a:custGeom>
              <a:avLst/>
              <a:gdLst/>
              <a:ahLst/>
              <a:rect l="l" t="t" r="r" b="b"/>
              <a:pathLst>
                <a:path w="2627" h="2426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1" name="Google Shape;1149;p7"/>
            <p:cNvSpPr/>
            <p:nvPr/>
          </p:nvSpPr>
          <p:spPr>
            <a:xfrm>
              <a:off x="2312640" y="673200"/>
              <a:ext cx="162720" cy="196200"/>
            </a:xfrm>
            <a:custGeom>
              <a:avLst/>
              <a:gdLst/>
              <a:ahLst/>
              <a:rect l="l" t="t" r="r" b="b"/>
              <a:pathLst>
                <a:path w="2459" h="2964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2" name="Google Shape;1150;p7"/>
            <p:cNvSpPr/>
            <p:nvPr/>
          </p:nvSpPr>
          <p:spPr>
            <a:xfrm>
              <a:off x="2498400" y="756000"/>
              <a:ext cx="169560" cy="107280"/>
            </a:xfrm>
            <a:custGeom>
              <a:avLst/>
              <a:gdLst/>
              <a:ahLst/>
              <a:rect l="l" t="t" r="r" b="b"/>
              <a:pathLst>
                <a:path w="2560" h="1617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3" name="Google Shape;1151;p7"/>
            <p:cNvSpPr/>
            <p:nvPr/>
          </p:nvSpPr>
          <p:spPr>
            <a:xfrm>
              <a:off x="2565720" y="787320"/>
              <a:ext cx="35640" cy="48960"/>
            </a:xfrm>
            <a:custGeom>
              <a:avLst/>
              <a:gdLst/>
              <a:ahLst/>
              <a:rect l="l" t="t" r="r" b="b"/>
              <a:pathLst>
                <a:path w="540" h="742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4" name="Google Shape;1152;p7"/>
            <p:cNvSpPr/>
            <p:nvPr/>
          </p:nvSpPr>
          <p:spPr>
            <a:xfrm>
              <a:off x="2368800" y="704880"/>
              <a:ext cx="57600" cy="37440"/>
            </a:xfrm>
            <a:custGeom>
              <a:avLst/>
              <a:gdLst/>
              <a:ahLst/>
              <a:rect l="l" t="t" r="r" b="b"/>
              <a:pathLst>
                <a:path w="876" h="573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5" name="Google Shape;1153;p7"/>
            <p:cNvSpPr/>
            <p:nvPr/>
          </p:nvSpPr>
          <p:spPr>
            <a:xfrm>
              <a:off x="2252160" y="478800"/>
              <a:ext cx="404640" cy="187560"/>
            </a:xfrm>
            <a:custGeom>
              <a:avLst/>
              <a:gdLst/>
              <a:ahLst/>
              <a:rect l="l" t="t" r="r" b="b"/>
              <a:pathLst>
                <a:path w="6095" h="2829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6" name="Google Shape;1154;p7"/>
            <p:cNvSpPr/>
            <p:nvPr/>
          </p:nvSpPr>
          <p:spPr>
            <a:xfrm>
              <a:off x="161280" y="758520"/>
              <a:ext cx="165240" cy="205560"/>
            </a:xfrm>
            <a:custGeom>
              <a:avLst/>
              <a:gdLst/>
              <a:ahLst/>
              <a:rect l="l" t="t" r="r" b="b"/>
              <a:pathLst>
                <a:path w="2493" h="3098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7" name="Google Shape;1155;p7"/>
            <p:cNvSpPr/>
            <p:nvPr/>
          </p:nvSpPr>
          <p:spPr>
            <a:xfrm>
              <a:off x="1699920" y="693360"/>
              <a:ext cx="212040" cy="191880"/>
            </a:xfrm>
            <a:custGeom>
              <a:avLst/>
              <a:gdLst/>
              <a:ahLst/>
              <a:rect l="l" t="t" r="r" b="b"/>
              <a:pathLst>
                <a:path w="3199" h="2897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8" name="Google Shape;1156;p7"/>
            <p:cNvSpPr/>
            <p:nvPr/>
          </p:nvSpPr>
          <p:spPr>
            <a:xfrm>
              <a:off x="537120" y="740160"/>
              <a:ext cx="227520" cy="198720"/>
            </a:xfrm>
            <a:custGeom>
              <a:avLst/>
              <a:gdLst/>
              <a:ahLst/>
              <a:rect l="l" t="t" r="r" b="b"/>
              <a:pathLst>
                <a:path w="3435" h="2998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9" name="Google Shape;1157;p7"/>
            <p:cNvSpPr/>
            <p:nvPr/>
          </p:nvSpPr>
          <p:spPr>
            <a:xfrm>
              <a:off x="2520720" y="29520"/>
              <a:ext cx="73440" cy="53280"/>
            </a:xfrm>
            <a:custGeom>
              <a:avLst/>
              <a:gdLst/>
              <a:ahLst/>
              <a:rect l="l" t="t" r="r" b="b"/>
              <a:pathLst>
                <a:path w="1112" h="809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0" name="Google Shape;1158;p7"/>
            <p:cNvSpPr/>
            <p:nvPr/>
          </p:nvSpPr>
          <p:spPr>
            <a:xfrm>
              <a:off x="521280" y="0"/>
              <a:ext cx="12960" cy="15480"/>
            </a:xfrm>
            <a:custGeom>
              <a:avLst/>
              <a:gdLst/>
              <a:ahLst/>
              <a:rect l="l" t="t" r="r" b="b"/>
              <a:pathLst>
                <a:path w="203" h="237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1" name="Google Shape;1159;p7"/>
            <p:cNvSpPr/>
            <p:nvPr/>
          </p:nvSpPr>
          <p:spPr>
            <a:xfrm>
              <a:off x="1138680" y="539280"/>
              <a:ext cx="165240" cy="178560"/>
            </a:xfrm>
            <a:custGeom>
              <a:avLst/>
              <a:gdLst/>
              <a:ahLst/>
              <a:rect l="l" t="t" r="r" b="b"/>
              <a:pathLst>
                <a:path w="2493" h="2695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2" name="Google Shape;1160;p7"/>
            <p:cNvSpPr/>
            <p:nvPr/>
          </p:nvSpPr>
          <p:spPr>
            <a:xfrm>
              <a:off x="1778040" y="331200"/>
              <a:ext cx="169560" cy="167760"/>
            </a:xfrm>
            <a:custGeom>
              <a:avLst/>
              <a:gdLst/>
              <a:ahLst/>
              <a:rect l="l" t="t" r="r" b="b"/>
              <a:pathLst>
                <a:path w="2560" h="2526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3" name="Google Shape;1161;p7"/>
            <p:cNvSpPr/>
            <p:nvPr/>
          </p:nvSpPr>
          <p:spPr>
            <a:xfrm>
              <a:off x="950400" y="552600"/>
              <a:ext cx="169560" cy="158400"/>
            </a:xfrm>
            <a:custGeom>
              <a:avLst/>
              <a:gdLst/>
              <a:ahLst/>
              <a:rect l="l" t="t" r="r" b="b"/>
              <a:pathLst>
                <a:path w="2560" h="2392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4" name="Google Shape;1162;p7"/>
            <p:cNvSpPr/>
            <p:nvPr/>
          </p:nvSpPr>
          <p:spPr>
            <a:xfrm>
              <a:off x="1550160" y="163440"/>
              <a:ext cx="16920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5" name="Google Shape;1163;p7"/>
            <p:cNvSpPr/>
            <p:nvPr/>
          </p:nvSpPr>
          <p:spPr>
            <a:xfrm>
              <a:off x="1850040" y="396000"/>
              <a:ext cx="46440" cy="55800"/>
            </a:xfrm>
            <a:custGeom>
              <a:avLst/>
              <a:gdLst/>
              <a:ahLst/>
              <a:rect l="l" t="t" r="r" b="b"/>
              <a:pathLst>
                <a:path w="708" h="843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6" name="Google Shape;1164;p7"/>
            <p:cNvSpPr/>
            <p:nvPr/>
          </p:nvSpPr>
          <p:spPr>
            <a:xfrm>
              <a:off x="1194480" y="592920"/>
              <a:ext cx="48960" cy="60120"/>
            </a:xfrm>
            <a:custGeom>
              <a:avLst/>
              <a:gdLst/>
              <a:ahLst/>
              <a:rect l="l" t="t" r="r" b="b"/>
              <a:pathLst>
                <a:path w="742" h="91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7" name="Google Shape;1165;p7"/>
            <p:cNvSpPr/>
            <p:nvPr/>
          </p:nvSpPr>
          <p:spPr>
            <a:xfrm>
              <a:off x="778680" y="559440"/>
              <a:ext cx="154080" cy="158400"/>
            </a:xfrm>
            <a:custGeom>
              <a:avLst/>
              <a:gdLst/>
              <a:ahLst/>
              <a:rect l="l" t="t" r="r" b="b"/>
              <a:pathLst>
                <a:path w="2324" h="2392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8" name="Google Shape;1166;p7"/>
            <p:cNvSpPr/>
            <p:nvPr/>
          </p:nvSpPr>
          <p:spPr>
            <a:xfrm>
              <a:off x="1015920" y="604080"/>
              <a:ext cx="48960" cy="42120"/>
            </a:xfrm>
            <a:custGeom>
              <a:avLst/>
              <a:gdLst/>
              <a:ahLst/>
              <a:rect l="l" t="t" r="r" b="b"/>
              <a:pathLst>
                <a:path w="741" h="64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9" name="Google Shape;1167;p7"/>
            <p:cNvSpPr/>
            <p:nvPr/>
          </p:nvSpPr>
          <p:spPr>
            <a:xfrm>
              <a:off x="579600" y="563760"/>
              <a:ext cx="16920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0" name="Google Shape;1168;p7"/>
            <p:cNvSpPr/>
            <p:nvPr/>
          </p:nvSpPr>
          <p:spPr>
            <a:xfrm>
              <a:off x="832320" y="614880"/>
              <a:ext cx="39960" cy="39960"/>
            </a:xfrm>
            <a:custGeom>
              <a:avLst/>
              <a:gdLst/>
              <a:ahLst/>
              <a:rect l="l" t="t" r="r" b="b"/>
              <a:pathLst>
                <a:path w="607" h="607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1" name="Google Shape;1169;p7"/>
            <p:cNvSpPr/>
            <p:nvPr/>
          </p:nvSpPr>
          <p:spPr>
            <a:xfrm>
              <a:off x="1968480" y="329040"/>
              <a:ext cx="147600" cy="162720"/>
            </a:xfrm>
            <a:custGeom>
              <a:avLst/>
              <a:gdLst/>
              <a:ahLst/>
              <a:rect l="l" t="t" r="r" b="b"/>
              <a:pathLst>
                <a:path w="2223" h="2459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2" name="Google Shape;1170;p7"/>
            <p:cNvSpPr/>
            <p:nvPr/>
          </p:nvSpPr>
          <p:spPr>
            <a:xfrm>
              <a:off x="2476080" y="125280"/>
              <a:ext cx="180720" cy="337680"/>
            </a:xfrm>
            <a:custGeom>
              <a:avLst/>
              <a:gdLst/>
              <a:ahLst/>
              <a:rect l="l" t="t" r="r" b="b"/>
              <a:pathLst>
                <a:path w="2728" h="5085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3" name="Google Shape;1171;p7"/>
            <p:cNvSpPr/>
            <p:nvPr/>
          </p:nvSpPr>
          <p:spPr>
            <a:xfrm>
              <a:off x="2342160" y="313200"/>
              <a:ext cx="162720" cy="160560"/>
            </a:xfrm>
            <a:custGeom>
              <a:avLst/>
              <a:gdLst/>
              <a:ahLst/>
              <a:rect l="l" t="t" r="r" b="b"/>
              <a:pathLst>
                <a:path w="2458" h="2425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4" name="Google Shape;1172;p7"/>
            <p:cNvSpPr/>
            <p:nvPr/>
          </p:nvSpPr>
          <p:spPr>
            <a:xfrm>
              <a:off x="2187360" y="0"/>
              <a:ext cx="172080" cy="118080"/>
            </a:xfrm>
            <a:custGeom>
              <a:avLst/>
              <a:gdLst/>
              <a:ahLst/>
              <a:rect l="l" t="t" r="r" b="b"/>
              <a:pathLst>
                <a:path w="2593" h="1786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5" name="Google Shape;1173;p7"/>
            <p:cNvSpPr/>
            <p:nvPr/>
          </p:nvSpPr>
          <p:spPr>
            <a:xfrm>
              <a:off x="2547360" y="217080"/>
              <a:ext cx="69120" cy="60120"/>
            </a:xfrm>
            <a:custGeom>
              <a:avLst/>
              <a:gdLst/>
              <a:ahLst/>
              <a:rect l="l" t="t" r="r" b="b"/>
              <a:pathLst>
                <a:path w="1045" h="91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6" name="Google Shape;1174;p7"/>
            <p:cNvSpPr/>
            <p:nvPr/>
          </p:nvSpPr>
          <p:spPr>
            <a:xfrm>
              <a:off x="2295000" y="134640"/>
              <a:ext cx="167400" cy="158400"/>
            </a:xfrm>
            <a:custGeom>
              <a:avLst/>
              <a:gdLst/>
              <a:ahLst/>
              <a:rect l="l" t="t" r="r" b="b"/>
              <a:pathLst>
                <a:path w="2526" h="2392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7" name="Google Shape;1175;p7"/>
            <p:cNvSpPr/>
            <p:nvPr/>
          </p:nvSpPr>
          <p:spPr>
            <a:xfrm>
              <a:off x="2109240" y="136440"/>
              <a:ext cx="165240" cy="181080"/>
            </a:xfrm>
            <a:custGeom>
              <a:avLst/>
              <a:gdLst/>
              <a:ahLst/>
              <a:rect l="l" t="t" r="r" b="b"/>
              <a:pathLst>
                <a:path w="2493" h="2728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8" name="Google Shape;1176;p7"/>
            <p:cNvSpPr/>
            <p:nvPr/>
          </p:nvSpPr>
          <p:spPr>
            <a:xfrm>
              <a:off x="2149560" y="319680"/>
              <a:ext cx="171720" cy="160920"/>
            </a:xfrm>
            <a:custGeom>
              <a:avLst/>
              <a:gdLst/>
              <a:ahLst/>
              <a:rect l="l" t="t" r="r" b="b"/>
              <a:pathLst>
                <a:path w="2594" h="2425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9" name="Google Shape;1177;p7"/>
            <p:cNvSpPr/>
            <p:nvPr/>
          </p:nvSpPr>
          <p:spPr>
            <a:xfrm>
              <a:off x="2375640" y="798480"/>
              <a:ext cx="57600" cy="33120"/>
            </a:xfrm>
            <a:custGeom>
              <a:avLst/>
              <a:gdLst/>
              <a:ahLst/>
              <a:rect l="l" t="t" r="r" b="b"/>
              <a:pathLst>
                <a:path w="876" h="506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0" name="Google Shape;1178;p7"/>
            <p:cNvSpPr/>
            <p:nvPr/>
          </p:nvSpPr>
          <p:spPr>
            <a:xfrm>
              <a:off x="1657440" y="404640"/>
              <a:ext cx="53280" cy="55800"/>
            </a:xfrm>
            <a:custGeom>
              <a:avLst/>
              <a:gdLst/>
              <a:ahLst/>
              <a:rect l="l" t="t" r="r" b="b"/>
              <a:pathLst>
                <a:path w="809" h="843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1" name="Google Shape;1179;p7"/>
            <p:cNvSpPr/>
            <p:nvPr/>
          </p:nvSpPr>
          <p:spPr>
            <a:xfrm>
              <a:off x="1594800" y="339840"/>
              <a:ext cx="164880" cy="174240"/>
            </a:xfrm>
            <a:custGeom>
              <a:avLst/>
              <a:gdLst/>
              <a:ahLst/>
              <a:rect l="l" t="t" r="r" b="b"/>
              <a:pathLst>
                <a:path w="2492" h="2627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2" name="Google Shape;1180;p7"/>
            <p:cNvSpPr/>
            <p:nvPr/>
          </p:nvSpPr>
          <p:spPr>
            <a:xfrm>
              <a:off x="1561680" y="581400"/>
              <a:ext cx="59760" cy="50760"/>
            </a:xfrm>
            <a:custGeom>
              <a:avLst/>
              <a:gdLst/>
              <a:ahLst/>
              <a:rect l="l" t="t" r="r" b="b"/>
              <a:pathLst>
                <a:path w="910" h="775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3" name="Google Shape;1181;p7"/>
            <p:cNvSpPr/>
            <p:nvPr/>
          </p:nvSpPr>
          <p:spPr>
            <a:xfrm>
              <a:off x="1883520" y="514800"/>
              <a:ext cx="169560" cy="158400"/>
            </a:xfrm>
            <a:custGeom>
              <a:avLst/>
              <a:gdLst/>
              <a:ahLst/>
              <a:rect l="l" t="t" r="r" b="b"/>
              <a:pathLst>
                <a:path w="2559" h="2391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4" name="Google Shape;1182;p7"/>
            <p:cNvSpPr/>
            <p:nvPr/>
          </p:nvSpPr>
          <p:spPr>
            <a:xfrm>
              <a:off x="1972800" y="208080"/>
              <a:ext cx="60120" cy="46440"/>
            </a:xfrm>
            <a:custGeom>
              <a:avLst/>
              <a:gdLst/>
              <a:ahLst/>
              <a:rect l="l" t="t" r="r" b="b"/>
              <a:pathLst>
                <a:path w="910" h="708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5" name="Google Shape;1183;p7"/>
            <p:cNvSpPr/>
            <p:nvPr/>
          </p:nvSpPr>
          <p:spPr>
            <a:xfrm>
              <a:off x="1923480" y="711360"/>
              <a:ext cx="15480" cy="174240"/>
            </a:xfrm>
            <a:custGeom>
              <a:avLst/>
              <a:gdLst/>
              <a:ahLst/>
              <a:rect l="l" t="t" r="r" b="b"/>
              <a:pathLst>
                <a:path w="236" h="2627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6" name="Google Shape;1184;p7"/>
            <p:cNvSpPr/>
            <p:nvPr/>
          </p:nvSpPr>
          <p:spPr>
            <a:xfrm>
              <a:off x="2196720" y="800640"/>
              <a:ext cx="28800" cy="44280"/>
            </a:xfrm>
            <a:custGeom>
              <a:avLst/>
              <a:gdLst/>
              <a:ahLst/>
              <a:rect l="l" t="t" r="r" b="b"/>
              <a:pathLst>
                <a:path w="439" h="675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7" name="Google Shape;1185;p7"/>
            <p:cNvSpPr/>
            <p:nvPr/>
          </p:nvSpPr>
          <p:spPr>
            <a:xfrm>
              <a:off x="2071440" y="501120"/>
              <a:ext cx="164880" cy="178560"/>
            </a:xfrm>
            <a:custGeom>
              <a:avLst/>
              <a:gdLst/>
              <a:ahLst/>
              <a:rect l="l" t="t" r="r" b="b"/>
              <a:pathLst>
                <a:path w="2492" h="2694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8" name="Google Shape;1186;p7"/>
            <p:cNvSpPr/>
            <p:nvPr/>
          </p:nvSpPr>
          <p:spPr>
            <a:xfrm>
              <a:off x="1930320" y="686520"/>
              <a:ext cx="171720" cy="200520"/>
            </a:xfrm>
            <a:custGeom>
              <a:avLst/>
              <a:gdLst/>
              <a:ahLst/>
              <a:rect l="l" t="t" r="r" b="b"/>
              <a:pathLst>
                <a:path w="2593" h="3031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9" name="Google Shape;1187;p7"/>
            <p:cNvSpPr/>
            <p:nvPr/>
          </p:nvSpPr>
          <p:spPr>
            <a:xfrm>
              <a:off x="771840" y="715680"/>
              <a:ext cx="910080" cy="218880"/>
            </a:xfrm>
            <a:custGeom>
              <a:avLst/>
              <a:gdLst/>
              <a:ahLst/>
              <a:rect l="l" t="t" r="r" b="b"/>
              <a:pathLst>
                <a:path w="13704" h="330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0" name="Google Shape;1188;p7"/>
            <p:cNvSpPr/>
            <p:nvPr/>
          </p:nvSpPr>
          <p:spPr>
            <a:xfrm>
              <a:off x="1939320" y="545760"/>
              <a:ext cx="46440" cy="42480"/>
            </a:xfrm>
            <a:custGeom>
              <a:avLst/>
              <a:gdLst/>
              <a:ahLst/>
              <a:rect l="l" t="t" r="r" b="b"/>
              <a:pathLst>
                <a:path w="708" h="641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1" name="Google Shape;1189;p7"/>
            <p:cNvSpPr/>
            <p:nvPr/>
          </p:nvSpPr>
          <p:spPr>
            <a:xfrm>
              <a:off x="0" y="586080"/>
              <a:ext cx="185400" cy="174240"/>
            </a:xfrm>
            <a:custGeom>
              <a:avLst/>
              <a:gdLst/>
              <a:ahLst/>
              <a:rect l="l" t="t" r="r" b="b"/>
              <a:pathLst>
                <a:path w="2796" h="2627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2" name="Google Shape;1190;p7"/>
            <p:cNvSpPr/>
            <p:nvPr/>
          </p:nvSpPr>
          <p:spPr>
            <a:xfrm>
              <a:off x="349200" y="0"/>
              <a:ext cx="160560" cy="26640"/>
            </a:xfrm>
            <a:custGeom>
              <a:avLst/>
              <a:gdLst/>
              <a:ahLst/>
              <a:rect l="l" t="t" r="r" b="b"/>
              <a:pathLst>
                <a:path w="2426" h="405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3" name="Google Shape;1191;p7"/>
            <p:cNvSpPr/>
            <p:nvPr/>
          </p:nvSpPr>
          <p:spPr>
            <a:xfrm>
              <a:off x="0" y="771840"/>
              <a:ext cx="142560" cy="185400"/>
            </a:xfrm>
            <a:custGeom>
              <a:avLst/>
              <a:gdLst/>
              <a:ahLst/>
              <a:rect l="l" t="t" r="r" b="b"/>
              <a:pathLst>
                <a:path w="2156" h="2795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4" name="Google Shape;1192;p7"/>
            <p:cNvSpPr/>
            <p:nvPr/>
          </p:nvSpPr>
          <p:spPr>
            <a:xfrm>
              <a:off x="205920" y="577080"/>
              <a:ext cx="165240" cy="178560"/>
            </a:xfrm>
            <a:custGeom>
              <a:avLst/>
              <a:gdLst/>
              <a:ahLst/>
              <a:rect l="l" t="t" r="r" b="b"/>
              <a:pathLst>
                <a:path w="2492" h="2694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5" name="Google Shape;1193;p7"/>
            <p:cNvSpPr/>
            <p:nvPr/>
          </p:nvSpPr>
          <p:spPr>
            <a:xfrm>
              <a:off x="2113560" y="331200"/>
              <a:ext cx="17280" cy="154080"/>
            </a:xfrm>
            <a:custGeom>
              <a:avLst/>
              <a:gdLst/>
              <a:ahLst/>
              <a:rect l="l" t="t" r="r" b="b"/>
              <a:pathLst>
                <a:path w="270" h="2324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6" name="Google Shape;1194;p7"/>
            <p:cNvSpPr/>
            <p:nvPr/>
          </p:nvSpPr>
          <p:spPr>
            <a:xfrm>
              <a:off x="718200" y="434160"/>
              <a:ext cx="48960" cy="69120"/>
            </a:xfrm>
            <a:custGeom>
              <a:avLst/>
              <a:gdLst/>
              <a:ahLst/>
              <a:rect l="l" t="t" r="r" b="b"/>
              <a:pathLst>
                <a:path w="741" h="1045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7" name="Google Shape;1195;p7"/>
            <p:cNvSpPr/>
            <p:nvPr/>
          </p:nvSpPr>
          <p:spPr>
            <a:xfrm>
              <a:off x="346680" y="756000"/>
              <a:ext cx="167400" cy="182880"/>
            </a:xfrm>
            <a:custGeom>
              <a:avLst/>
              <a:gdLst/>
              <a:ahLst/>
              <a:rect l="l" t="t" r="r" b="b"/>
              <a:pathLst>
                <a:path w="2526" h="2762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8" name="Google Shape;1196;p7"/>
            <p:cNvSpPr/>
            <p:nvPr/>
          </p:nvSpPr>
          <p:spPr>
            <a:xfrm>
              <a:off x="660240" y="378000"/>
              <a:ext cx="164880" cy="174240"/>
            </a:xfrm>
            <a:custGeom>
              <a:avLst/>
              <a:gdLst/>
              <a:ahLst/>
              <a:rect l="l" t="t" r="r" b="b"/>
              <a:pathLst>
                <a:path w="2493" h="2627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9" name="Google Shape;1197;p7"/>
            <p:cNvSpPr/>
            <p:nvPr/>
          </p:nvSpPr>
          <p:spPr>
            <a:xfrm>
              <a:off x="767160" y="565920"/>
              <a:ext cx="21960" cy="154080"/>
            </a:xfrm>
            <a:custGeom>
              <a:avLst/>
              <a:gdLst/>
              <a:ahLst/>
              <a:rect l="l" t="t" r="r" b="b"/>
              <a:pathLst>
                <a:path w="338" h="2324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0" name="Google Shape;1198;p7"/>
            <p:cNvSpPr/>
            <p:nvPr/>
          </p:nvSpPr>
          <p:spPr>
            <a:xfrm>
              <a:off x="456480" y="626400"/>
              <a:ext cx="48960" cy="57600"/>
            </a:xfrm>
            <a:custGeom>
              <a:avLst/>
              <a:gdLst/>
              <a:ahLst/>
              <a:rect l="l" t="t" r="r" b="b"/>
              <a:pathLst>
                <a:path w="741" h="877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1" name="Google Shape;1199;p7"/>
            <p:cNvSpPr/>
            <p:nvPr/>
          </p:nvSpPr>
          <p:spPr>
            <a:xfrm>
              <a:off x="391680" y="572760"/>
              <a:ext cx="167760" cy="158400"/>
            </a:xfrm>
            <a:custGeom>
              <a:avLst/>
              <a:gdLst/>
              <a:ahLst/>
              <a:rect l="l" t="t" r="r" b="b"/>
              <a:pathLst>
                <a:path w="2526" h="2392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2" name="Google Shape;1200;p7"/>
            <p:cNvSpPr/>
            <p:nvPr/>
          </p:nvSpPr>
          <p:spPr>
            <a:xfrm>
              <a:off x="1512000" y="525600"/>
              <a:ext cx="172080" cy="160920"/>
            </a:xfrm>
            <a:custGeom>
              <a:avLst/>
              <a:gdLst/>
              <a:ahLst/>
              <a:rect l="l" t="t" r="r" b="b"/>
              <a:pathLst>
                <a:path w="2593" h="2425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3" name="Google Shape;1201;p7"/>
            <p:cNvSpPr/>
            <p:nvPr/>
          </p:nvSpPr>
          <p:spPr>
            <a:xfrm>
              <a:off x="2131920" y="762840"/>
              <a:ext cx="171720" cy="111240"/>
            </a:xfrm>
            <a:custGeom>
              <a:avLst/>
              <a:gdLst/>
              <a:ahLst/>
              <a:rect l="l" t="t" r="r" b="b"/>
              <a:pathLst>
                <a:path w="2593" h="1684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4" name="Google Shape;1202;p7"/>
            <p:cNvSpPr/>
            <p:nvPr/>
          </p:nvSpPr>
          <p:spPr>
            <a:xfrm>
              <a:off x="0" y="0"/>
              <a:ext cx="2732760" cy="1030680"/>
            </a:xfrm>
            <a:custGeom>
              <a:avLst/>
              <a:gdLst/>
              <a:ahLst/>
              <a:rect l="l" t="t" r="r" b="b"/>
              <a:pathLst>
                <a:path w="41144" h="15522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5" name="Google Shape;1203;p7"/>
            <p:cNvSpPr/>
            <p:nvPr/>
          </p:nvSpPr>
          <p:spPr>
            <a:xfrm>
              <a:off x="2496240" y="776160"/>
              <a:ext cx="12960" cy="89280"/>
            </a:xfrm>
            <a:custGeom>
              <a:avLst/>
              <a:gdLst/>
              <a:ahLst/>
              <a:rect l="l" t="t" r="r" b="b"/>
              <a:pathLst>
                <a:path w="203" h="1348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6" name="Google Shape;1204;p7"/>
            <p:cNvSpPr/>
            <p:nvPr/>
          </p:nvSpPr>
          <p:spPr>
            <a:xfrm>
              <a:off x="2368800" y="0"/>
              <a:ext cx="266040" cy="111600"/>
            </a:xfrm>
            <a:custGeom>
              <a:avLst/>
              <a:gdLst/>
              <a:ahLst/>
              <a:rect l="l" t="t" r="r" b="b"/>
              <a:pathLst>
                <a:path w="4007" h="1685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7" name="Google Shape;1205;p7"/>
            <p:cNvSpPr/>
            <p:nvPr/>
          </p:nvSpPr>
          <p:spPr>
            <a:xfrm>
              <a:off x="487800" y="273240"/>
              <a:ext cx="62280" cy="44280"/>
            </a:xfrm>
            <a:custGeom>
              <a:avLst/>
              <a:gdLst/>
              <a:ahLst/>
              <a:rect l="l" t="t" r="r" b="b"/>
              <a:pathLst>
                <a:path w="944" h="674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8" name="Google Shape;1206;p7"/>
            <p:cNvSpPr/>
            <p:nvPr/>
          </p:nvSpPr>
          <p:spPr>
            <a:xfrm>
              <a:off x="429840" y="210240"/>
              <a:ext cx="167400" cy="158400"/>
            </a:xfrm>
            <a:custGeom>
              <a:avLst/>
              <a:gdLst/>
              <a:ahLst/>
              <a:rect l="l" t="t" r="r" b="b"/>
              <a:pathLst>
                <a:path w="2527" h="2391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9" name="Google Shape;1207;p7"/>
            <p:cNvSpPr/>
            <p:nvPr/>
          </p:nvSpPr>
          <p:spPr>
            <a:xfrm>
              <a:off x="360000" y="447480"/>
              <a:ext cx="39960" cy="57600"/>
            </a:xfrm>
            <a:custGeom>
              <a:avLst/>
              <a:gdLst/>
              <a:ahLst/>
              <a:rect l="l" t="t" r="r" b="b"/>
              <a:pathLst>
                <a:path w="607" h="876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0" name="Google Shape;1208;p7"/>
            <p:cNvSpPr/>
            <p:nvPr/>
          </p:nvSpPr>
          <p:spPr>
            <a:xfrm>
              <a:off x="244080" y="212760"/>
              <a:ext cx="162720" cy="178560"/>
            </a:xfrm>
            <a:custGeom>
              <a:avLst/>
              <a:gdLst/>
              <a:ahLst/>
              <a:rect l="l" t="t" r="r" b="b"/>
              <a:pathLst>
                <a:path w="2459" h="2694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1" name="Google Shape;1209;p7"/>
            <p:cNvSpPr/>
            <p:nvPr/>
          </p:nvSpPr>
          <p:spPr>
            <a:xfrm>
              <a:off x="641880" y="621720"/>
              <a:ext cx="50760" cy="50760"/>
            </a:xfrm>
            <a:custGeom>
              <a:avLst/>
              <a:gdLst/>
              <a:ahLst/>
              <a:rect l="l" t="t" r="r" b="b"/>
              <a:pathLst>
                <a:path w="775" h="775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2" name="Google Shape;1210;p7"/>
            <p:cNvSpPr/>
            <p:nvPr/>
          </p:nvSpPr>
          <p:spPr>
            <a:xfrm>
              <a:off x="617400" y="201240"/>
              <a:ext cx="169560" cy="160920"/>
            </a:xfrm>
            <a:custGeom>
              <a:avLst/>
              <a:gdLst/>
              <a:ahLst/>
              <a:rect l="l" t="t" r="r" b="b"/>
              <a:pathLst>
                <a:path w="2559" h="2425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3" name="Google Shape;1211;p7"/>
            <p:cNvSpPr/>
            <p:nvPr/>
          </p:nvSpPr>
          <p:spPr>
            <a:xfrm>
              <a:off x="684720" y="266400"/>
              <a:ext cx="42120" cy="51120"/>
            </a:xfrm>
            <a:custGeom>
              <a:avLst/>
              <a:gdLst/>
              <a:ahLst/>
              <a:rect l="l" t="t" r="r" b="b"/>
              <a:pathLst>
                <a:path w="640" h="775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4" name="Google Shape;1212;p7"/>
            <p:cNvSpPr/>
            <p:nvPr/>
          </p:nvSpPr>
          <p:spPr>
            <a:xfrm>
              <a:off x="539280" y="450000"/>
              <a:ext cx="39600" cy="57600"/>
            </a:xfrm>
            <a:custGeom>
              <a:avLst/>
              <a:gdLst/>
              <a:ahLst/>
              <a:rect l="l" t="t" r="r" b="b"/>
              <a:pathLst>
                <a:path w="607" h="876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5" name="Google Shape;1213;p7"/>
            <p:cNvSpPr/>
            <p:nvPr/>
          </p:nvSpPr>
          <p:spPr>
            <a:xfrm>
              <a:off x="474480" y="389520"/>
              <a:ext cx="162720" cy="160560"/>
            </a:xfrm>
            <a:custGeom>
              <a:avLst/>
              <a:gdLst/>
              <a:ahLst/>
              <a:rect l="l" t="t" r="r" b="b"/>
              <a:pathLst>
                <a:path w="2459" h="2426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6" name="Google Shape;1214;p7"/>
            <p:cNvSpPr/>
            <p:nvPr/>
          </p:nvSpPr>
          <p:spPr>
            <a:xfrm>
              <a:off x="333360" y="0"/>
              <a:ext cx="12960" cy="22320"/>
            </a:xfrm>
            <a:custGeom>
              <a:avLst/>
              <a:gdLst/>
              <a:ahLst/>
              <a:rect l="l" t="t" r="r" b="b"/>
              <a:pathLst>
                <a:path w="203" h="338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7" name="Google Shape;1215;p7"/>
            <p:cNvSpPr/>
            <p:nvPr/>
          </p:nvSpPr>
          <p:spPr>
            <a:xfrm>
              <a:off x="0" y="44640"/>
              <a:ext cx="111600" cy="174240"/>
            </a:xfrm>
            <a:custGeom>
              <a:avLst/>
              <a:gdLst/>
              <a:ahLst/>
              <a:rect l="l" t="t" r="r" b="b"/>
              <a:pathLst>
                <a:path w="1685" h="2627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8" name="Google Shape;1216;p7"/>
            <p:cNvSpPr/>
            <p:nvPr/>
          </p:nvSpPr>
          <p:spPr>
            <a:xfrm>
              <a:off x="0" y="311040"/>
              <a:ext cx="71280" cy="57600"/>
            </a:xfrm>
            <a:custGeom>
              <a:avLst/>
              <a:gdLst/>
              <a:ahLst/>
              <a:rect l="l" t="t" r="r" b="b"/>
              <a:pathLst>
                <a:path w="1079" h="876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9" name="Google Shape;1217;p7"/>
            <p:cNvSpPr/>
            <p:nvPr/>
          </p:nvSpPr>
          <p:spPr>
            <a:xfrm>
              <a:off x="391680" y="107640"/>
              <a:ext cx="51120" cy="60120"/>
            </a:xfrm>
            <a:custGeom>
              <a:avLst/>
              <a:gdLst/>
              <a:ahLst/>
              <a:rect l="l" t="t" r="r" b="b"/>
              <a:pathLst>
                <a:path w="775" h="91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0" name="Google Shape;1218;p7"/>
            <p:cNvSpPr/>
            <p:nvPr/>
          </p:nvSpPr>
          <p:spPr>
            <a:xfrm>
              <a:off x="322200" y="33840"/>
              <a:ext cx="16956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1" name="Google Shape;1219;p7"/>
            <p:cNvSpPr/>
            <p:nvPr/>
          </p:nvSpPr>
          <p:spPr>
            <a:xfrm>
              <a:off x="693720" y="261720"/>
              <a:ext cx="35640" cy="12960"/>
            </a:xfrm>
            <a:custGeom>
              <a:avLst/>
              <a:gdLst/>
              <a:ahLst/>
              <a:rect l="l" t="t" r="r" b="b"/>
              <a:pathLst>
                <a:path w="540" h="203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2" name="Google Shape;1220;p7"/>
            <p:cNvSpPr/>
            <p:nvPr/>
          </p:nvSpPr>
          <p:spPr>
            <a:xfrm>
              <a:off x="0" y="0"/>
              <a:ext cx="122400" cy="35640"/>
            </a:xfrm>
            <a:custGeom>
              <a:avLst/>
              <a:gdLst/>
              <a:ahLst/>
              <a:rect l="l" t="t" r="r" b="b"/>
              <a:pathLst>
                <a:path w="1853" h="54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3" name="Google Shape;1221;p7"/>
            <p:cNvSpPr/>
            <p:nvPr/>
          </p:nvSpPr>
          <p:spPr>
            <a:xfrm>
              <a:off x="0" y="407160"/>
              <a:ext cx="270360" cy="160920"/>
            </a:xfrm>
            <a:custGeom>
              <a:avLst/>
              <a:gdLst/>
              <a:ahLst/>
              <a:rect l="l" t="t" r="r" b="b"/>
              <a:pathLst>
                <a:path w="4075" h="2425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4" name="Google Shape;1222;p7"/>
            <p:cNvSpPr/>
            <p:nvPr/>
          </p:nvSpPr>
          <p:spPr>
            <a:xfrm>
              <a:off x="134640" y="42840"/>
              <a:ext cx="167400" cy="155880"/>
            </a:xfrm>
            <a:custGeom>
              <a:avLst/>
              <a:gdLst/>
              <a:ahLst/>
              <a:rect l="l" t="t" r="r" b="b"/>
              <a:pathLst>
                <a:path w="2526" h="2358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5" name="Google Shape;1223;p7"/>
            <p:cNvSpPr/>
            <p:nvPr/>
          </p:nvSpPr>
          <p:spPr>
            <a:xfrm>
              <a:off x="302040" y="268560"/>
              <a:ext cx="53280" cy="66600"/>
            </a:xfrm>
            <a:custGeom>
              <a:avLst/>
              <a:gdLst/>
              <a:ahLst/>
              <a:rect l="l" t="t" r="r" b="b"/>
              <a:pathLst>
                <a:path w="809" h="1011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6" name="Google Shape;1224;p7"/>
            <p:cNvSpPr/>
            <p:nvPr/>
          </p:nvSpPr>
          <p:spPr>
            <a:xfrm>
              <a:off x="0" y="219600"/>
              <a:ext cx="218880" cy="169200"/>
            </a:xfrm>
            <a:custGeom>
              <a:avLst/>
              <a:gdLst/>
              <a:ahLst/>
              <a:rect l="l" t="t" r="r" b="b"/>
              <a:pathLst>
                <a:path w="3301" h="2559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7" name="Google Shape;1225;p7"/>
            <p:cNvSpPr/>
            <p:nvPr/>
          </p:nvSpPr>
          <p:spPr>
            <a:xfrm>
              <a:off x="1465200" y="409680"/>
              <a:ext cx="37440" cy="50760"/>
            </a:xfrm>
            <a:custGeom>
              <a:avLst/>
              <a:gdLst/>
              <a:ahLst/>
              <a:rect l="l" t="t" r="r" b="b"/>
              <a:pathLst>
                <a:path w="573" h="776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8" name="Google Shape;1226;p7"/>
            <p:cNvSpPr/>
            <p:nvPr/>
          </p:nvSpPr>
          <p:spPr>
            <a:xfrm>
              <a:off x="1648440" y="0"/>
              <a:ext cx="147240" cy="140760"/>
            </a:xfrm>
            <a:custGeom>
              <a:avLst/>
              <a:gdLst/>
              <a:ahLst/>
              <a:rect l="l" t="t" r="r" b="b"/>
              <a:pathLst>
                <a:path w="2223" h="2122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9" name="Google Shape;1227;p7"/>
            <p:cNvSpPr/>
            <p:nvPr/>
          </p:nvSpPr>
          <p:spPr>
            <a:xfrm>
              <a:off x="1617120" y="226080"/>
              <a:ext cx="15480" cy="46800"/>
            </a:xfrm>
            <a:custGeom>
              <a:avLst/>
              <a:gdLst/>
              <a:ahLst/>
              <a:rect l="l" t="t" r="r" b="b"/>
              <a:pathLst>
                <a:path w="237" h="708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0" name="Google Shape;1228;p7"/>
            <p:cNvSpPr/>
            <p:nvPr/>
          </p:nvSpPr>
          <p:spPr>
            <a:xfrm>
              <a:off x="1406880" y="351360"/>
              <a:ext cx="162720" cy="160920"/>
            </a:xfrm>
            <a:custGeom>
              <a:avLst/>
              <a:gdLst/>
              <a:ahLst/>
              <a:rect l="l" t="t" r="r" b="b"/>
              <a:pathLst>
                <a:path w="2459" h="2425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1" name="Google Shape;1229;p7"/>
            <p:cNvSpPr/>
            <p:nvPr/>
          </p:nvSpPr>
          <p:spPr>
            <a:xfrm>
              <a:off x="1738080" y="165600"/>
              <a:ext cx="22320" cy="154080"/>
            </a:xfrm>
            <a:custGeom>
              <a:avLst/>
              <a:gdLst/>
              <a:ahLst/>
              <a:rect l="l" t="t" r="r" b="b"/>
              <a:pathLst>
                <a:path w="338" h="2324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2" name="Google Shape;1230;p7"/>
            <p:cNvSpPr/>
            <p:nvPr/>
          </p:nvSpPr>
          <p:spPr>
            <a:xfrm>
              <a:off x="1711440" y="702360"/>
              <a:ext cx="180720" cy="19800"/>
            </a:xfrm>
            <a:custGeom>
              <a:avLst/>
              <a:gdLst/>
              <a:ahLst/>
              <a:rect l="l" t="t" r="r" b="b"/>
              <a:pathLst>
                <a:path w="2728" h="304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3" name="Google Shape;1231;p7"/>
            <p:cNvSpPr/>
            <p:nvPr/>
          </p:nvSpPr>
          <p:spPr>
            <a:xfrm>
              <a:off x="1711440" y="521280"/>
              <a:ext cx="154080" cy="160920"/>
            </a:xfrm>
            <a:custGeom>
              <a:avLst/>
              <a:gdLst/>
              <a:ahLst/>
              <a:rect l="l" t="t" r="r" b="b"/>
              <a:pathLst>
                <a:path w="2324" h="2425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4" name="Google Shape;1232;p7"/>
            <p:cNvSpPr/>
            <p:nvPr/>
          </p:nvSpPr>
          <p:spPr>
            <a:xfrm>
              <a:off x="1324440" y="534960"/>
              <a:ext cx="167400" cy="158400"/>
            </a:xfrm>
            <a:custGeom>
              <a:avLst/>
              <a:gdLst/>
              <a:ahLst/>
              <a:rect l="l" t="t" r="r" b="b"/>
              <a:pathLst>
                <a:path w="2526" h="2391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5" name="Google Shape;1233;p7"/>
            <p:cNvSpPr/>
            <p:nvPr/>
          </p:nvSpPr>
          <p:spPr>
            <a:xfrm>
              <a:off x="1921680" y="149760"/>
              <a:ext cx="169200" cy="16092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6" name="Google Shape;1234;p7"/>
            <p:cNvSpPr/>
            <p:nvPr/>
          </p:nvSpPr>
          <p:spPr>
            <a:xfrm>
              <a:off x="1699920" y="528120"/>
              <a:ext cx="21960" cy="155880"/>
            </a:xfrm>
            <a:custGeom>
              <a:avLst/>
              <a:gdLst/>
              <a:ahLst/>
              <a:rect l="l" t="t" r="r" b="b"/>
              <a:pathLst>
                <a:path w="338" h="2358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7" name="Google Shape;1235;p7"/>
            <p:cNvSpPr/>
            <p:nvPr/>
          </p:nvSpPr>
          <p:spPr>
            <a:xfrm>
              <a:off x="693720" y="20160"/>
              <a:ext cx="169560" cy="158400"/>
            </a:xfrm>
            <a:custGeom>
              <a:avLst/>
              <a:gdLst/>
              <a:ahLst/>
              <a:rect l="l" t="t" r="r" b="b"/>
              <a:pathLst>
                <a:path w="2560" h="2392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8" name="Google Shape;1236;p7"/>
            <p:cNvSpPr/>
            <p:nvPr/>
          </p:nvSpPr>
          <p:spPr>
            <a:xfrm>
              <a:off x="1749240" y="555120"/>
              <a:ext cx="60120" cy="33120"/>
            </a:xfrm>
            <a:custGeom>
              <a:avLst/>
              <a:gdLst/>
              <a:ahLst/>
              <a:rect l="l" t="t" r="r" b="b"/>
              <a:pathLst>
                <a:path w="910" h="506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9" name="Google Shape;1237;p7"/>
            <p:cNvSpPr/>
            <p:nvPr/>
          </p:nvSpPr>
          <p:spPr>
            <a:xfrm>
              <a:off x="910800" y="431640"/>
              <a:ext cx="46440" cy="69120"/>
            </a:xfrm>
            <a:custGeom>
              <a:avLst/>
              <a:gdLst/>
              <a:ahLst/>
              <a:rect l="l" t="t" r="r" b="b"/>
              <a:pathLst>
                <a:path w="708" h="1045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0" name="Google Shape;1238;p7"/>
            <p:cNvSpPr/>
            <p:nvPr/>
          </p:nvSpPr>
          <p:spPr>
            <a:xfrm>
              <a:off x="753840" y="96120"/>
              <a:ext cx="50760" cy="57600"/>
            </a:xfrm>
            <a:custGeom>
              <a:avLst/>
              <a:gdLst/>
              <a:ahLst/>
              <a:rect l="l" t="t" r="r" b="b"/>
              <a:pathLst>
                <a:path w="776" h="876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1" name="Google Shape;1239;p7"/>
            <p:cNvSpPr/>
            <p:nvPr/>
          </p:nvSpPr>
          <p:spPr>
            <a:xfrm>
              <a:off x="1033560" y="366840"/>
              <a:ext cx="147240" cy="162720"/>
            </a:xfrm>
            <a:custGeom>
              <a:avLst/>
              <a:gdLst/>
              <a:ahLst/>
              <a:rect l="l" t="t" r="r" b="b"/>
              <a:pathLst>
                <a:path w="2223" h="2459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2" name="Google Shape;1240;p7"/>
            <p:cNvSpPr/>
            <p:nvPr/>
          </p:nvSpPr>
          <p:spPr>
            <a:xfrm>
              <a:off x="805680" y="203760"/>
              <a:ext cx="19440" cy="154080"/>
            </a:xfrm>
            <a:custGeom>
              <a:avLst/>
              <a:gdLst/>
              <a:ahLst/>
              <a:rect l="l" t="t" r="r" b="b"/>
              <a:pathLst>
                <a:path w="304" h="2324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3" name="Google Shape;1241;p7"/>
            <p:cNvSpPr/>
            <p:nvPr/>
          </p:nvSpPr>
          <p:spPr>
            <a:xfrm>
              <a:off x="843480" y="369360"/>
              <a:ext cx="171720" cy="167400"/>
            </a:xfrm>
            <a:custGeom>
              <a:avLst/>
              <a:gdLst/>
              <a:ahLst/>
              <a:rect l="l" t="t" r="r" b="b"/>
              <a:pathLst>
                <a:path w="2594" h="2527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4" name="Google Shape;1242;p7"/>
            <p:cNvSpPr/>
            <p:nvPr/>
          </p:nvSpPr>
          <p:spPr>
            <a:xfrm>
              <a:off x="1288440" y="424800"/>
              <a:ext cx="50760" cy="46800"/>
            </a:xfrm>
            <a:custGeom>
              <a:avLst/>
              <a:gdLst/>
              <a:ahLst/>
              <a:rect l="l" t="t" r="r" b="b"/>
              <a:pathLst>
                <a:path w="775" h="708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5" name="Google Shape;1243;p7"/>
            <p:cNvSpPr/>
            <p:nvPr/>
          </p:nvSpPr>
          <p:spPr>
            <a:xfrm>
              <a:off x="1091520" y="424800"/>
              <a:ext cx="66960" cy="60120"/>
            </a:xfrm>
            <a:custGeom>
              <a:avLst/>
              <a:gdLst/>
              <a:ahLst/>
              <a:rect l="l" t="t" r="r" b="b"/>
              <a:pathLst>
                <a:path w="1011" h="91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6" name="Google Shape;1244;p7"/>
            <p:cNvSpPr/>
            <p:nvPr/>
          </p:nvSpPr>
          <p:spPr>
            <a:xfrm>
              <a:off x="1386720" y="594720"/>
              <a:ext cx="51120" cy="44280"/>
            </a:xfrm>
            <a:custGeom>
              <a:avLst/>
              <a:gdLst/>
              <a:ahLst/>
              <a:rect l="l" t="t" r="r" b="b"/>
              <a:pathLst>
                <a:path w="776" h="674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7" name="Google Shape;1245;p7"/>
            <p:cNvSpPr/>
            <p:nvPr/>
          </p:nvSpPr>
          <p:spPr>
            <a:xfrm>
              <a:off x="1216800" y="358200"/>
              <a:ext cx="172080" cy="160920"/>
            </a:xfrm>
            <a:custGeom>
              <a:avLst/>
              <a:gdLst/>
              <a:ahLst/>
              <a:rect l="l" t="t" r="r" b="b"/>
              <a:pathLst>
                <a:path w="2593" h="2425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1302840" y="1705320"/>
            <a:ext cx="3061440" cy="4709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xt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utli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body"/>
          </p:nvPr>
        </p:nvSpPr>
        <p:spPr>
          <a:xfrm>
            <a:off x="4521960" y="1705320"/>
            <a:ext cx="3061440" cy="4709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xt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utli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4"/>
          <p:cNvSpPr>
            <a:spLocks noGrp="1"/>
          </p:cNvSpPr>
          <p:nvPr>
            <p:ph type="body"/>
          </p:nvPr>
        </p:nvSpPr>
        <p:spPr>
          <a:xfrm>
            <a:off x="7741080" y="1705320"/>
            <a:ext cx="3061440" cy="4709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PlaceHolder 5"/>
          <p:cNvSpPr>
            <a:spLocks noGrp="1"/>
          </p:cNvSpPr>
          <p:nvPr>
            <p:ph type="sldNum" idx="6"/>
          </p:nvPr>
        </p:nvSpPr>
        <p:spPr>
          <a:xfrm>
            <a:off x="11665080" y="0"/>
            <a:ext cx="525960" cy="42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f55d4b"/>
                </a:solidFill>
                <a:latin typeface="Amatic SC"/>
                <a:ea typeface="Amatic S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DC39976-B6C4-4C0F-BEFE-1FCA23E4360B}" type="slidenum">
              <a:rPr b="0" lang="en" sz="1200" spc="-1" strike="noStrike">
                <a:solidFill>
                  <a:srgbClr val="f55d4b"/>
                </a:solidFill>
                <a:latin typeface="Amatic SC"/>
                <a:ea typeface="Amatic SC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873;p6"/>
          <p:cNvGrpSpPr/>
          <p:nvPr/>
        </p:nvGrpSpPr>
        <p:grpSpPr>
          <a:xfrm>
            <a:off x="2454840" y="6053760"/>
            <a:ext cx="1480320" cy="816480"/>
            <a:chOff x="2454840" y="6053760"/>
            <a:chExt cx="1480320" cy="816480"/>
          </a:xfrm>
        </p:grpSpPr>
        <p:sp>
          <p:nvSpPr>
            <p:cNvPr id="640" name="Google Shape;874;p6"/>
            <p:cNvSpPr/>
            <p:nvPr/>
          </p:nvSpPr>
          <p:spPr>
            <a:xfrm>
              <a:off x="2454840" y="6053760"/>
              <a:ext cx="1480320" cy="816120"/>
            </a:xfrm>
            <a:custGeom>
              <a:avLst/>
              <a:gdLst/>
              <a:ahLst/>
              <a:rect l="l" t="t" r="r" b="b"/>
              <a:pathLst>
                <a:path w="22289" h="12289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1" name="Google Shape;875;p6"/>
            <p:cNvSpPr/>
            <p:nvPr/>
          </p:nvSpPr>
          <p:spPr>
            <a:xfrm>
              <a:off x="2529000" y="6118560"/>
              <a:ext cx="627840" cy="500760"/>
            </a:xfrm>
            <a:custGeom>
              <a:avLst/>
              <a:gdLst/>
              <a:ahLst/>
              <a:rect l="l" t="t" r="r" b="b"/>
              <a:pathLst>
                <a:path w="9461" h="7543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2" name="Google Shape;876;p6"/>
            <p:cNvSpPr/>
            <p:nvPr/>
          </p:nvSpPr>
          <p:spPr>
            <a:xfrm>
              <a:off x="3285000" y="6373800"/>
              <a:ext cx="569520" cy="496440"/>
            </a:xfrm>
            <a:custGeom>
              <a:avLst/>
              <a:gdLst/>
              <a:ahLst/>
              <a:rect l="l" t="t" r="r" b="b"/>
              <a:pathLst>
                <a:path w="8586" h="7475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43" name="Google Shape;877;p6"/>
          <p:cNvGrpSpPr/>
          <p:nvPr/>
        </p:nvGrpSpPr>
        <p:grpSpPr>
          <a:xfrm>
            <a:off x="456120" y="5577480"/>
            <a:ext cx="491400" cy="970200"/>
            <a:chOff x="456120" y="5577480"/>
            <a:chExt cx="491400" cy="970200"/>
          </a:xfrm>
        </p:grpSpPr>
        <p:sp>
          <p:nvSpPr>
            <p:cNvPr id="644" name="Google Shape;878;p6"/>
            <p:cNvSpPr/>
            <p:nvPr/>
          </p:nvSpPr>
          <p:spPr>
            <a:xfrm>
              <a:off x="514080" y="6255360"/>
              <a:ext cx="102960" cy="281160"/>
            </a:xfrm>
            <a:custGeom>
              <a:avLst/>
              <a:gdLst/>
              <a:ahLst/>
              <a:rect l="l" t="t" r="r" b="b"/>
              <a:pathLst>
                <a:path w="1550" h="4243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5" name="Google Shape;879;p6"/>
            <p:cNvSpPr/>
            <p:nvPr/>
          </p:nvSpPr>
          <p:spPr>
            <a:xfrm>
              <a:off x="746640" y="5734080"/>
              <a:ext cx="171720" cy="111240"/>
            </a:xfrm>
            <a:custGeom>
              <a:avLst/>
              <a:gdLst/>
              <a:ahLst/>
              <a:rect l="l" t="t" r="r" b="b"/>
              <a:pathLst>
                <a:path w="2594" h="1685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6" name="Google Shape;880;p6"/>
            <p:cNvSpPr/>
            <p:nvPr/>
          </p:nvSpPr>
          <p:spPr>
            <a:xfrm>
              <a:off x="456120" y="5577480"/>
              <a:ext cx="491400" cy="970200"/>
            </a:xfrm>
            <a:custGeom>
              <a:avLst/>
              <a:gdLst/>
              <a:ahLst/>
              <a:rect l="l" t="t" r="r" b="b"/>
              <a:pathLst>
                <a:path w="7407" h="14613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47" name="Google Shape;881;p6"/>
          <p:cNvGrpSpPr/>
          <p:nvPr/>
        </p:nvGrpSpPr>
        <p:grpSpPr>
          <a:xfrm>
            <a:off x="0" y="1643760"/>
            <a:ext cx="605880" cy="1088640"/>
            <a:chOff x="0" y="1643760"/>
            <a:chExt cx="605880" cy="1088640"/>
          </a:xfrm>
        </p:grpSpPr>
        <p:sp>
          <p:nvSpPr>
            <p:cNvPr id="648" name="Google Shape;882;p6"/>
            <p:cNvSpPr/>
            <p:nvPr/>
          </p:nvSpPr>
          <p:spPr>
            <a:xfrm>
              <a:off x="0" y="1711080"/>
              <a:ext cx="520920" cy="799920"/>
            </a:xfrm>
            <a:custGeom>
              <a:avLst/>
              <a:gdLst/>
              <a:ahLst/>
              <a:rect l="l" t="t" r="r" b="b"/>
              <a:pathLst>
                <a:path w="7846" h="12054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9" name="Google Shape;883;p6"/>
            <p:cNvSpPr/>
            <p:nvPr/>
          </p:nvSpPr>
          <p:spPr>
            <a:xfrm>
              <a:off x="0" y="1643760"/>
              <a:ext cx="585720" cy="91080"/>
            </a:xfrm>
            <a:custGeom>
              <a:avLst/>
              <a:gdLst/>
              <a:ahLst/>
              <a:rect l="l" t="t" r="r" b="b"/>
              <a:pathLst>
                <a:path w="8822" h="1382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0" name="Google Shape;884;p6"/>
            <p:cNvSpPr/>
            <p:nvPr/>
          </p:nvSpPr>
          <p:spPr>
            <a:xfrm>
              <a:off x="0" y="1712880"/>
              <a:ext cx="605880" cy="1019520"/>
            </a:xfrm>
            <a:custGeom>
              <a:avLst/>
              <a:gdLst/>
              <a:ahLst/>
              <a:rect l="l" t="t" r="r" b="b"/>
              <a:pathLst>
                <a:path w="9125" h="15354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51" name="Google Shape;885;p6"/>
          <p:cNvGrpSpPr/>
          <p:nvPr/>
        </p:nvGrpSpPr>
        <p:grpSpPr>
          <a:xfrm>
            <a:off x="0" y="4096800"/>
            <a:ext cx="972720" cy="1395360"/>
            <a:chOff x="0" y="4096800"/>
            <a:chExt cx="972720" cy="1395360"/>
          </a:xfrm>
        </p:grpSpPr>
        <p:sp>
          <p:nvSpPr>
            <p:cNvPr id="652" name="Google Shape;886;p6"/>
            <p:cNvSpPr/>
            <p:nvPr/>
          </p:nvSpPr>
          <p:spPr>
            <a:xfrm>
              <a:off x="0" y="4096800"/>
              <a:ext cx="972720" cy="1395360"/>
            </a:xfrm>
            <a:custGeom>
              <a:avLst/>
              <a:gdLst/>
              <a:ahLst/>
              <a:rect l="l" t="t" r="r" b="b"/>
              <a:pathLst>
                <a:path w="14647" h="2101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3" name="Google Shape;887;p6"/>
            <p:cNvSpPr/>
            <p:nvPr/>
          </p:nvSpPr>
          <p:spPr>
            <a:xfrm>
              <a:off x="0" y="4351680"/>
              <a:ext cx="905400" cy="914400"/>
            </a:xfrm>
            <a:custGeom>
              <a:avLst/>
              <a:gdLst/>
              <a:ahLst/>
              <a:rect l="l" t="t" r="r" b="b"/>
              <a:pathLst>
                <a:path w="13637" h="13771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4" name="Google Shape;888;p6"/>
            <p:cNvSpPr/>
            <p:nvPr/>
          </p:nvSpPr>
          <p:spPr>
            <a:xfrm>
              <a:off x="0" y="4419000"/>
              <a:ext cx="621720" cy="773280"/>
            </a:xfrm>
            <a:custGeom>
              <a:avLst/>
              <a:gdLst/>
              <a:ahLst/>
              <a:rect l="l" t="t" r="r" b="b"/>
              <a:pathLst>
                <a:path w="9361" h="1165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55" name="Google Shape;889;p6"/>
          <p:cNvGrpSpPr/>
          <p:nvPr/>
        </p:nvGrpSpPr>
        <p:grpSpPr>
          <a:xfrm>
            <a:off x="7926120" y="0"/>
            <a:ext cx="3365640" cy="1013040"/>
            <a:chOff x="7926120" y="0"/>
            <a:chExt cx="3365640" cy="1013040"/>
          </a:xfrm>
        </p:grpSpPr>
        <p:sp>
          <p:nvSpPr>
            <p:cNvPr id="656" name="Google Shape;890;p6"/>
            <p:cNvSpPr/>
            <p:nvPr/>
          </p:nvSpPr>
          <p:spPr>
            <a:xfrm>
              <a:off x="10728360" y="136440"/>
              <a:ext cx="149400" cy="12960"/>
            </a:xfrm>
            <a:custGeom>
              <a:avLst/>
              <a:gdLst/>
              <a:ahLst/>
              <a:rect l="l" t="t" r="r" b="b"/>
              <a:pathLst>
                <a:path w="2257" h="203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7" name="Google Shape;891;p6"/>
            <p:cNvSpPr/>
            <p:nvPr/>
          </p:nvSpPr>
          <p:spPr>
            <a:xfrm>
              <a:off x="10261080" y="0"/>
              <a:ext cx="717480" cy="426960"/>
            </a:xfrm>
            <a:custGeom>
              <a:avLst/>
              <a:gdLst/>
              <a:ahLst/>
              <a:rect l="l" t="t" r="r" b="b"/>
              <a:pathLst>
                <a:path w="10808" h="6432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8" name="Google Shape;892;p6"/>
            <p:cNvSpPr/>
            <p:nvPr/>
          </p:nvSpPr>
          <p:spPr>
            <a:xfrm>
              <a:off x="7926120" y="0"/>
              <a:ext cx="3365640" cy="1013040"/>
            </a:xfrm>
            <a:custGeom>
              <a:avLst/>
              <a:gdLst/>
              <a:ahLst/>
              <a:rect l="l" t="t" r="r" b="b"/>
              <a:pathLst>
                <a:path w="50672" h="15253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9" name="Google Shape;893;p6"/>
            <p:cNvSpPr/>
            <p:nvPr/>
          </p:nvSpPr>
          <p:spPr>
            <a:xfrm>
              <a:off x="10699200" y="217080"/>
              <a:ext cx="155880" cy="24120"/>
            </a:xfrm>
            <a:custGeom>
              <a:avLst/>
              <a:gdLst/>
              <a:ahLst/>
              <a:rect l="l" t="t" r="r" b="b"/>
              <a:pathLst>
                <a:path w="2357" h="371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0" name="Google Shape;894;p6"/>
            <p:cNvSpPr/>
            <p:nvPr/>
          </p:nvSpPr>
          <p:spPr>
            <a:xfrm>
              <a:off x="10294560" y="483480"/>
              <a:ext cx="283680" cy="95400"/>
            </a:xfrm>
            <a:custGeom>
              <a:avLst/>
              <a:gdLst/>
              <a:ahLst/>
              <a:rect l="l" t="t" r="r" b="b"/>
              <a:pathLst>
                <a:path w="4276" h="1448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1" name="Google Shape;895;p6"/>
            <p:cNvSpPr/>
            <p:nvPr/>
          </p:nvSpPr>
          <p:spPr>
            <a:xfrm>
              <a:off x="10294560" y="577080"/>
              <a:ext cx="194400" cy="66600"/>
            </a:xfrm>
            <a:custGeom>
              <a:avLst/>
              <a:gdLst/>
              <a:ahLst/>
              <a:rect l="l" t="t" r="r" b="b"/>
              <a:pathLst>
                <a:path w="2930" h="1011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2" name="Google Shape;896;p6"/>
            <p:cNvSpPr/>
            <p:nvPr/>
          </p:nvSpPr>
          <p:spPr>
            <a:xfrm>
              <a:off x="10281240" y="450000"/>
              <a:ext cx="247680" cy="57600"/>
            </a:xfrm>
            <a:custGeom>
              <a:avLst/>
              <a:gdLst/>
              <a:ahLst/>
              <a:rect l="l" t="t" r="r" b="b"/>
              <a:pathLst>
                <a:path w="3738" h="876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3" name="Google Shape;897;p6"/>
            <p:cNvSpPr/>
            <p:nvPr/>
          </p:nvSpPr>
          <p:spPr>
            <a:xfrm>
              <a:off x="8666280" y="0"/>
              <a:ext cx="71280" cy="386640"/>
            </a:xfrm>
            <a:custGeom>
              <a:avLst/>
              <a:gdLst/>
              <a:ahLst/>
              <a:rect l="l" t="t" r="r" b="b"/>
              <a:pathLst>
                <a:path w="1079" h="5826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64" name="Google Shape;898;p6"/>
          <p:cNvGrpSpPr/>
          <p:nvPr/>
        </p:nvGrpSpPr>
        <p:grpSpPr>
          <a:xfrm>
            <a:off x="11341440" y="2085480"/>
            <a:ext cx="849600" cy="1507320"/>
            <a:chOff x="11341440" y="2085480"/>
            <a:chExt cx="849600" cy="1507320"/>
          </a:xfrm>
        </p:grpSpPr>
        <p:sp>
          <p:nvSpPr>
            <p:cNvPr id="665" name="Google Shape;899;p6"/>
            <p:cNvSpPr/>
            <p:nvPr/>
          </p:nvSpPr>
          <p:spPr>
            <a:xfrm>
              <a:off x="11404080" y="2232720"/>
              <a:ext cx="786600" cy="1200600"/>
            </a:xfrm>
            <a:custGeom>
              <a:avLst/>
              <a:gdLst/>
              <a:ahLst/>
              <a:rect l="l" t="t" r="r" b="b"/>
              <a:pathLst>
                <a:path w="11852" h="18081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6" name="Google Shape;900;p6"/>
            <p:cNvSpPr/>
            <p:nvPr/>
          </p:nvSpPr>
          <p:spPr>
            <a:xfrm>
              <a:off x="11752920" y="3449520"/>
              <a:ext cx="86760" cy="62640"/>
            </a:xfrm>
            <a:custGeom>
              <a:avLst/>
              <a:gdLst/>
              <a:ahLst/>
              <a:rect l="l" t="t" r="r" b="b"/>
              <a:pathLst>
                <a:path w="1314" h="943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7" name="Google Shape;901;p6"/>
            <p:cNvSpPr/>
            <p:nvPr/>
          </p:nvSpPr>
          <p:spPr>
            <a:xfrm>
              <a:off x="11419920" y="2242080"/>
              <a:ext cx="46440" cy="46440"/>
            </a:xfrm>
            <a:custGeom>
              <a:avLst/>
              <a:gdLst/>
              <a:ahLst/>
              <a:rect l="l" t="t" r="r" b="b"/>
              <a:pathLst>
                <a:path w="708" h="708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8" name="Google Shape;902;p6"/>
            <p:cNvSpPr/>
            <p:nvPr/>
          </p:nvSpPr>
          <p:spPr>
            <a:xfrm>
              <a:off x="11748600" y="3479040"/>
              <a:ext cx="21960" cy="39600"/>
            </a:xfrm>
            <a:custGeom>
              <a:avLst/>
              <a:gdLst/>
              <a:ahLst/>
              <a:rect l="l" t="t" r="r" b="b"/>
              <a:pathLst>
                <a:path w="338" h="607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9" name="Google Shape;903;p6"/>
            <p:cNvSpPr/>
            <p:nvPr/>
          </p:nvSpPr>
          <p:spPr>
            <a:xfrm>
              <a:off x="11592000" y="2179080"/>
              <a:ext cx="140760" cy="53280"/>
            </a:xfrm>
            <a:custGeom>
              <a:avLst/>
              <a:gdLst/>
              <a:ahLst/>
              <a:rect l="l" t="t" r="r" b="b"/>
              <a:pathLst>
                <a:path w="2123" h="809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0" name="Google Shape;904;p6"/>
            <p:cNvSpPr/>
            <p:nvPr/>
          </p:nvSpPr>
          <p:spPr>
            <a:xfrm>
              <a:off x="11902680" y="3380400"/>
              <a:ext cx="203040" cy="107280"/>
            </a:xfrm>
            <a:custGeom>
              <a:avLst/>
              <a:gdLst/>
              <a:ahLst/>
              <a:rect l="l" t="t" r="r" b="b"/>
              <a:pathLst>
                <a:path w="3065" h="1617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1" name="Google Shape;905;p6"/>
            <p:cNvSpPr/>
            <p:nvPr/>
          </p:nvSpPr>
          <p:spPr>
            <a:xfrm>
              <a:off x="11341440" y="2085480"/>
              <a:ext cx="849600" cy="1507320"/>
            </a:xfrm>
            <a:custGeom>
              <a:avLst/>
              <a:gdLst/>
              <a:ahLst/>
              <a:rect l="l" t="t" r="r" b="b"/>
              <a:pathLst>
                <a:path w="12794" h="22693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2" name="Google Shape;906;p6"/>
            <p:cNvSpPr/>
            <p:nvPr/>
          </p:nvSpPr>
          <p:spPr>
            <a:xfrm>
              <a:off x="11842200" y="2147760"/>
              <a:ext cx="28800" cy="26640"/>
            </a:xfrm>
            <a:custGeom>
              <a:avLst/>
              <a:gdLst/>
              <a:ahLst/>
              <a:rect l="l" t="t" r="r" b="b"/>
              <a:pathLst>
                <a:path w="439" h="405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73" name="Google Shape;907;p6"/>
          <p:cNvGrpSpPr/>
          <p:nvPr/>
        </p:nvGrpSpPr>
        <p:grpSpPr>
          <a:xfrm>
            <a:off x="9952560" y="4824360"/>
            <a:ext cx="2238840" cy="2045880"/>
            <a:chOff x="9952560" y="4824360"/>
            <a:chExt cx="2238840" cy="2045880"/>
          </a:xfrm>
        </p:grpSpPr>
        <p:sp>
          <p:nvSpPr>
            <p:cNvPr id="674" name="Google Shape;908;p6"/>
            <p:cNvSpPr/>
            <p:nvPr/>
          </p:nvSpPr>
          <p:spPr>
            <a:xfrm>
              <a:off x="11044080" y="6611040"/>
              <a:ext cx="813600" cy="259200"/>
            </a:xfrm>
            <a:custGeom>
              <a:avLst/>
              <a:gdLst/>
              <a:ahLst/>
              <a:rect l="l" t="t" r="r" b="b"/>
              <a:pathLst>
                <a:path w="12256" h="3906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5" name="Google Shape;909;p6"/>
            <p:cNvSpPr/>
            <p:nvPr/>
          </p:nvSpPr>
          <p:spPr>
            <a:xfrm>
              <a:off x="10140840" y="6255720"/>
              <a:ext cx="151560" cy="142560"/>
            </a:xfrm>
            <a:custGeom>
              <a:avLst/>
              <a:gdLst/>
              <a:ahLst/>
              <a:rect l="l" t="t" r="r" b="b"/>
              <a:pathLst>
                <a:path w="2290" h="2156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6" name="Google Shape;910;p6"/>
            <p:cNvSpPr/>
            <p:nvPr/>
          </p:nvSpPr>
          <p:spPr>
            <a:xfrm>
              <a:off x="9952560" y="5991480"/>
              <a:ext cx="1041480" cy="878400"/>
            </a:xfrm>
            <a:custGeom>
              <a:avLst/>
              <a:gdLst/>
              <a:ahLst/>
              <a:rect l="l" t="t" r="r" b="b"/>
              <a:pathLst>
                <a:path w="15690" h="13232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7" name="Google Shape;911;p6"/>
            <p:cNvSpPr/>
            <p:nvPr/>
          </p:nvSpPr>
          <p:spPr>
            <a:xfrm>
              <a:off x="11929680" y="6758640"/>
              <a:ext cx="261000" cy="111240"/>
            </a:xfrm>
            <a:custGeom>
              <a:avLst/>
              <a:gdLst/>
              <a:ahLst/>
              <a:rect l="l" t="t" r="r" b="b"/>
              <a:pathLst>
                <a:path w="3940" h="1684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8" name="Google Shape;912;p6"/>
            <p:cNvSpPr/>
            <p:nvPr/>
          </p:nvSpPr>
          <p:spPr>
            <a:xfrm>
              <a:off x="10022040" y="6130440"/>
              <a:ext cx="60120" cy="57600"/>
            </a:xfrm>
            <a:custGeom>
              <a:avLst/>
              <a:gdLst/>
              <a:ahLst/>
              <a:rect l="l" t="t" r="r" b="b"/>
              <a:pathLst>
                <a:path w="910" h="877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9" name="Google Shape;913;p6"/>
            <p:cNvSpPr/>
            <p:nvPr/>
          </p:nvSpPr>
          <p:spPr>
            <a:xfrm>
              <a:off x="10310760" y="5423400"/>
              <a:ext cx="1880640" cy="1158120"/>
            </a:xfrm>
            <a:custGeom>
              <a:avLst/>
              <a:gdLst/>
              <a:ahLst/>
              <a:rect l="l" t="t" r="r" b="b"/>
              <a:pathLst>
                <a:path w="28315" h="17441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0" name="Google Shape;914;p6"/>
            <p:cNvSpPr/>
            <p:nvPr/>
          </p:nvSpPr>
          <p:spPr>
            <a:xfrm>
              <a:off x="10388880" y="5535000"/>
              <a:ext cx="37440" cy="39960"/>
            </a:xfrm>
            <a:custGeom>
              <a:avLst/>
              <a:gdLst/>
              <a:ahLst/>
              <a:rect l="l" t="t" r="r" b="b"/>
              <a:pathLst>
                <a:path w="573" h="607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1" name="Google Shape;915;p6"/>
            <p:cNvSpPr/>
            <p:nvPr/>
          </p:nvSpPr>
          <p:spPr>
            <a:xfrm>
              <a:off x="11837880" y="5973840"/>
              <a:ext cx="178560" cy="174240"/>
            </a:xfrm>
            <a:custGeom>
              <a:avLst/>
              <a:gdLst/>
              <a:ahLst/>
              <a:rect l="l" t="t" r="r" b="b"/>
              <a:pathLst>
                <a:path w="2694" h="2627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2" name="Google Shape;916;p6"/>
            <p:cNvSpPr/>
            <p:nvPr/>
          </p:nvSpPr>
          <p:spPr>
            <a:xfrm>
              <a:off x="10453680" y="5667120"/>
              <a:ext cx="131400" cy="131400"/>
            </a:xfrm>
            <a:custGeom>
              <a:avLst/>
              <a:gdLst/>
              <a:ahLst/>
              <a:rect l="l" t="t" r="r" b="b"/>
              <a:pathLst>
                <a:path w="1988" h="1987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3" name="Google Shape;917;p6"/>
            <p:cNvSpPr/>
            <p:nvPr/>
          </p:nvSpPr>
          <p:spPr>
            <a:xfrm>
              <a:off x="11739600" y="4824360"/>
              <a:ext cx="451080" cy="1117800"/>
            </a:xfrm>
            <a:custGeom>
              <a:avLst/>
              <a:gdLst/>
              <a:ahLst/>
              <a:rect l="l" t="t" r="r" b="b"/>
              <a:pathLst>
                <a:path w="6801" h="16835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84" name="Google Shape;918;p6"/>
          <p:cNvGrpSpPr/>
          <p:nvPr/>
        </p:nvGrpSpPr>
        <p:grpSpPr>
          <a:xfrm>
            <a:off x="10462680" y="4096800"/>
            <a:ext cx="797760" cy="793440"/>
            <a:chOff x="10462680" y="4096800"/>
            <a:chExt cx="797760" cy="793440"/>
          </a:xfrm>
        </p:grpSpPr>
        <p:sp>
          <p:nvSpPr>
            <p:cNvPr id="685" name="Google Shape;919;p6"/>
            <p:cNvSpPr/>
            <p:nvPr/>
          </p:nvSpPr>
          <p:spPr>
            <a:xfrm>
              <a:off x="10462680" y="4096800"/>
              <a:ext cx="791640" cy="778320"/>
            </a:xfrm>
            <a:custGeom>
              <a:avLst/>
              <a:gdLst/>
              <a:ahLst/>
              <a:rect l="l" t="t" r="r" b="b"/>
              <a:pathLst>
                <a:path w="11919" h="11717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6" name="Google Shape;920;p6"/>
            <p:cNvSpPr/>
            <p:nvPr/>
          </p:nvSpPr>
          <p:spPr>
            <a:xfrm>
              <a:off x="11102040" y="4253400"/>
              <a:ext cx="158400" cy="636840"/>
            </a:xfrm>
            <a:custGeom>
              <a:avLst/>
              <a:gdLst/>
              <a:ahLst/>
              <a:rect l="l" t="t" r="r" b="b"/>
              <a:pathLst>
                <a:path w="2391" h="9596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87" name="Google Shape;921;p6"/>
          <p:cNvGrpSpPr/>
          <p:nvPr/>
        </p:nvGrpSpPr>
        <p:grpSpPr>
          <a:xfrm>
            <a:off x="2938680" y="140760"/>
            <a:ext cx="728640" cy="315000"/>
            <a:chOff x="2938680" y="140760"/>
            <a:chExt cx="728640" cy="315000"/>
          </a:xfrm>
        </p:grpSpPr>
        <p:sp>
          <p:nvSpPr>
            <p:cNvPr id="688" name="Google Shape;922;p6"/>
            <p:cNvSpPr/>
            <p:nvPr/>
          </p:nvSpPr>
          <p:spPr>
            <a:xfrm>
              <a:off x="2990160" y="281520"/>
              <a:ext cx="43920" cy="26280"/>
            </a:xfrm>
            <a:custGeom>
              <a:avLst/>
              <a:gdLst/>
              <a:ahLst/>
              <a:rect l="l" t="t" r="r" b="b"/>
              <a:pathLst>
                <a:path w="675" h="405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9" name="Google Shape;923;p6"/>
            <p:cNvSpPr/>
            <p:nvPr/>
          </p:nvSpPr>
          <p:spPr>
            <a:xfrm>
              <a:off x="2999160" y="234360"/>
              <a:ext cx="46440" cy="24120"/>
            </a:xfrm>
            <a:custGeom>
              <a:avLst/>
              <a:gdLst/>
              <a:ahLst/>
              <a:rect l="l" t="t" r="r" b="b"/>
              <a:pathLst>
                <a:path w="708" h="372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0" name="Google Shape;924;p6"/>
            <p:cNvSpPr/>
            <p:nvPr/>
          </p:nvSpPr>
          <p:spPr>
            <a:xfrm>
              <a:off x="2938680" y="140760"/>
              <a:ext cx="728640" cy="315000"/>
            </a:xfrm>
            <a:custGeom>
              <a:avLst/>
              <a:gdLst/>
              <a:ahLst/>
              <a:rect l="l" t="t" r="r" b="b"/>
              <a:pathLst>
                <a:path w="10977" h="4749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1" name="Google Shape;925;p6"/>
            <p:cNvSpPr/>
            <p:nvPr/>
          </p:nvSpPr>
          <p:spPr>
            <a:xfrm>
              <a:off x="3457440" y="232560"/>
              <a:ext cx="149400" cy="149040"/>
            </a:xfrm>
            <a:custGeom>
              <a:avLst/>
              <a:gdLst/>
              <a:ahLst/>
              <a:rect l="l" t="t" r="r" b="b"/>
              <a:pathLst>
                <a:path w="2257" h="2256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92" name="Google Shape;926;p6"/>
          <p:cNvGrpSpPr/>
          <p:nvPr/>
        </p:nvGrpSpPr>
        <p:grpSpPr>
          <a:xfrm>
            <a:off x="0" y="0"/>
            <a:ext cx="2732760" cy="1030680"/>
            <a:chOff x="0" y="0"/>
            <a:chExt cx="2732760" cy="1030680"/>
          </a:xfrm>
        </p:grpSpPr>
        <p:sp>
          <p:nvSpPr>
            <p:cNvPr id="693" name="Google Shape;927;p6"/>
            <p:cNvSpPr/>
            <p:nvPr/>
          </p:nvSpPr>
          <p:spPr>
            <a:xfrm>
              <a:off x="1420560" y="234720"/>
              <a:ext cx="53280" cy="46800"/>
            </a:xfrm>
            <a:custGeom>
              <a:avLst/>
              <a:gdLst/>
              <a:ahLst/>
              <a:rect l="l" t="t" r="r" b="b"/>
              <a:pathLst>
                <a:path w="809" h="708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4" name="Google Shape;928;p6"/>
            <p:cNvSpPr/>
            <p:nvPr/>
          </p:nvSpPr>
          <p:spPr>
            <a:xfrm>
              <a:off x="1362240" y="172440"/>
              <a:ext cx="167760" cy="158400"/>
            </a:xfrm>
            <a:custGeom>
              <a:avLst/>
              <a:gdLst/>
              <a:ahLst/>
              <a:rect l="l" t="t" r="r" b="b"/>
              <a:pathLst>
                <a:path w="2526" h="2391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5" name="Google Shape;929;p6"/>
            <p:cNvSpPr/>
            <p:nvPr/>
          </p:nvSpPr>
          <p:spPr>
            <a:xfrm>
              <a:off x="1793880" y="219600"/>
              <a:ext cx="48960" cy="50760"/>
            </a:xfrm>
            <a:custGeom>
              <a:avLst/>
              <a:gdLst/>
              <a:ahLst/>
              <a:rect l="l" t="t" r="r" b="b"/>
              <a:pathLst>
                <a:path w="742" h="775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6" name="Google Shape;930;p6"/>
            <p:cNvSpPr/>
            <p:nvPr/>
          </p:nvSpPr>
          <p:spPr>
            <a:xfrm>
              <a:off x="1442880" y="0"/>
              <a:ext cx="22320" cy="151920"/>
            </a:xfrm>
            <a:custGeom>
              <a:avLst/>
              <a:gdLst/>
              <a:ahLst/>
              <a:rect l="l" t="t" r="r" b="b"/>
              <a:pathLst>
                <a:path w="338" h="2291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7" name="Google Shape;931;p6"/>
            <p:cNvSpPr/>
            <p:nvPr/>
          </p:nvSpPr>
          <p:spPr>
            <a:xfrm>
              <a:off x="1814040" y="0"/>
              <a:ext cx="165240" cy="147600"/>
            </a:xfrm>
            <a:custGeom>
              <a:avLst/>
              <a:gdLst/>
              <a:ahLst/>
              <a:rect l="l" t="t" r="r" b="b"/>
              <a:pathLst>
                <a:path w="2492" h="2223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8" name="Google Shape;932;p6"/>
            <p:cNvSpPr/>
            <p:nvPr/>
          </p:nvSpPr>
          <p:spPr>
            <a:xfrm>
              <a:off x="141120" y="0"/>
              <a:ext cx="165240" cy="30960"/>
            </a:xfrm>
            <a:custGeom>
              <a:avLst/>
              <a:gdLst/>
              <a:ahLst/>
              <a:rect l="l" t="t" r="r" b="b"/>
              <a:pathLst>
                <a:path w="2493" h="473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9" name="Google Shape;933;p6"/>
            <p:cNvSpPr/>
            <p:nvPr/>
          </p:nvSpPr>
          <p:spPr>
            <a:xfrm>
              <a:off x="1749240" y="159120"/>
              <a:ext cx="154080" cy="158400"/>
            </a:xfrm>
            <a:custGeom>
              <a:avLst/>
              <a:gdLst/>
              <a:ahLst/>
              <a:rect l="l" t="t" r="r" b="b"/>
              <a:pathLst>
                <a:path w="2324" h="2391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0" name="Google Shape;934;p6"/>
            <p:cNvSpPr/>
            <p:nvPr/>
          </p:nvSpPr>
          <p:spPr>
            <a:xfrm>
              <a:off x="1702080" y="69120"/>
              <a:ext cx="39960" cy="44280"/>
            </a:xfrm>
            <a:custGeom>
              <a:avLst/>
              <a:gdLst/>
              <a:ahLst/>
              <a:rect l="l" t="t" r="r" b="b"/>
              <a:pathLst>
                <a:path w="607" h="674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1" name="Google Shape;935;p6"/>
            <p:cNvSpPr/>
            <p:nvPr/>
          </p:nvSpPr>
          <p:spPr>
            <a:xfrm>
              <a:off x="1454040" y="0"/>
              <a:ext cx="154080" cy="149400"/>
            </a:xfrm>
            <a:custGeom>
              <a:avLst/>
              <a:gdLst/>
              <a:ahLst/>
              <a:rect l="l" t="t" r="r" b="b"/>
              <a:pathLst>
                <a:path w="2325" h="2257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2" name="Google Shape;936;p6"/>
            <p:cNvSpPr/>
            <p:nvPr/>
          </p:nvSpPr>
          <p:spPr>
            <a:xfrm>
              <a:off x="1626480" y="0"/>
              <a:ext cx="21960" cy="138240"/>
            </a:xfrm>
            <a:custGeom>
              <a:avLst/>
              <a:gdLst/>
              <a:ahLst/>
              <a:rect l="l" t="t" r="r" b="b"/>
              <a:pathLst>
                <a:path w="338" h="2089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3" name="Google Shape;937;p6"/>
            <p:cNvSpPr/>
            <p:nvPr/>
          </p:nvSpPr>
          <p:spPr>
            <a:xfrm>
              <a:off x="2001600" y="0"/>
              <a:ext cx="165240" cy="124920"/>
            </a:xfrm>
            <a:custGeom>
              <a:avLst/>
              <a:gdLst/>
              <a:ahLst/>
              <a:rect l="l" t="t" r="r" b="b"/>
              <a:pathLst>
                <a:path w="2493" h="1887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4" name="Google Shape;938;p6"/>
            <p:cNvSpPr/>
            <p:nvPr/>
          </p:nvSpPr>
          <p:spPr>
            <a:xfrm>
              <a:off x="1067040" y="4320"/>
              <a:ext cx="167760" cy="156240"/>
            </a:xfrm>
            <a:custGeom>
              <a:avLst/>
              <a:gdLst/>
              <a:ahLst/>
              <a:rect l="l" t="t" r="r" b="b"/>
              <a:pathLst>
                <a:path w="2526" h="2357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5" name="Google Shape;939;p6"/>
            <p:cNvSpPr/>
            <p:nvPr/>
          </p:nvSpPr>
          <p:spPr>
            <a:xfrm>
              <a:off x="1324440" y="84960"/>
              <a:ext cx="28800" cy="46800"/>
            </a:xfrm>
            <a:custGeom>
              <a:avLst/>
              <a:gdLst/>
              <a:ahLst/>
              <a:rect l="l" t="t" r="r" b="b"/>
              <a:pathLst>
                <a:path w="438" h="708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6" name="Google Shape;940;p6"/>
            <p:cNvSpPr/>
            <p:nvPr/>
          </p:nvSpPr>
          <p:spPr>
            <a:xfrm>
              <a:off x="1138680" y="94320"/>
              <a:ext cx="37440" cy="46440"/>
            </a:xfrm>
            <a:custGeom>
              <a:avLst/>
              <a:gdLst/>
              <a:ahLst/>
              <a:rect l="l" t="t" r="r" b="b"/>
              <a:pathLst>
                <a:path w="574" h="708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7" name="Google Shape;941;p6"/>
            <p:cNvSpPr/>
            <p:nvPr/>
          </p:nvSpPr>
          <p:spPr>
            <a:xfrm>
              <a:off x="747000" y="0"/>
              <a:ext cx="26280" cy="720"/>
            </a:xfrm>
            <a:custGeom>
              <a:avLst/>
              <a:gdLst/>
              <a:ahLst/>
              <a:rect l="l" t="t" r="r" b="b"/>
              <a:pathLst>
                <a:path w="405" h="1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8" name="Google Shape;942;p6"/>
            <p:cNvSpPr/>
            <p:nvPr/>
          </p:nvSpPr>
          <p:spPr>
            <a:xfrm>
              <a:off x="510480" y="33840"/>
              <a:ext cx="19440" cy="155880"/>
            </a:xfrm>
            <a:custGeom>
              <a:avLst/>
              <a:gdLst/>
              <a:ahLst/>
              <a:rect l="l" t="t" r="r" b="b"/>
              <a:pathLst>
                <a:path w="304" h="2358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9" name="Google Shape;943;p6"/>
            <p:cNvSpPr/>
            <p:nvPr/>
          </p:nvSpPr>
          <p:spPr>
            <a:xfrm>
              <a:off x="1516320" y="78480"/>
              <a:ext cx="33120" cy="50760"/>
            </a:xfrm>
            <a:custGeom>
              <a:avLst/>
              <a:gdLst/>
              <a:ahLst/>
              <a:rect l="l" t="t" r="r" b="b"/>
              <a:pathLst>
                <a:path w="506" h="775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0" name="Google Shape;944;p6"/>
            <p:cNvSpPr/>
            <p:nvPr/>
          </p:nvSpPr>
          <p:spPr>
            <a:xfrm>
              <a:off x="545760" y="0"/>
              <a:ext cx="149400" cy="11160"/>
            </a:xfrm>
            <a:custGeom>
              <a:avLst/>
              <a:gdLst/>
              <a:ahLst/>
              <a:rect l="l" t="t" r="r" b="b"/>
              <a:pathLst>
                <a:path w="2257" h="17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1" name="Google Shape;945;p6"/>
            <p:cNvSpPr/>
            <p:nvPr/>
          </p:nvSpPr>
          <p:spPr>
            <a:xfrm>
              <a:off x="881280" y="6840"/>
              <a:ext cx="165240" cy="178560"/>
            </a:xfrm>
            <a:custGeom>
              <a:avLst/>
              <a:gdLst/>
              <a:ahLst/>
              <a:rect l="l" t="t" r="r" b="b"/>
              <a:pathLst>
                <a:path w="2493" h="2695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2" name="Google Shape;946;p6"/>
            <p:cNvSpPr/>
            <p:nvPr/>
          </p:nvSpPr>
          <p:spPr>
            <a:xfrm>
              <a:off x="577080" y="100800"/>
              <a:ext cx="46440" cy="69120"/>
            </a:xfrm>
            <a:custGeom>
              <a:avLst/>
              <a:gdLst/>
              <a:ahLst/>
              <a:rect l="l" t="t" r="r" b="b"/>
              <a:pathLst>
                <a:path w="708" h="1045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3" name="Google Shape;947;p6"/>
            <p:cNvSpPr/>
            <p:nvPr/>
          </p:nvSpPr>
          <p:spPr>
            <a:xfrm>
              <a:off x="521280" y="27000"/>
              <a:ext cx="154080" cy="160920"/>
            </a:xfrm>
            <a:custGeom>
              <a:avLst/>
              <a:gdLst/>
              <a:ahLst/>
              <a:rect l="l" t="t" r="r" b="b"/>
              <a:pathLst>
                <a:path w="2324" h="2425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4" name="Google Shape;948;p6"/>
            <p:cNvSpPr/>
            <p:nvPr/>
          </p:nvSpPr>
          <p:spPr>
            <a:xfrm>
              <a:off x="720000" y="0"/>
              <a:ext cx="11160" cy="2160"/>
            </a:xfrm>
            <a:custGeom>
              <a:avLst/>
              <a:gdLst/>
              <a:ahLst/>
              <a:rect l="l" t="t" r="r" b="b"/>
              <a:pathLst>
                <a:path w="170" h="35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5" name="Google Shape;949;p6"/>
            <p:cNvSpPr/>
            <p:nvPr/>
          </p:nvSpPr>
          <p:spPr>
            <a:xfrm>
              <a:off x="1176480" y="174240"/>
              <a:ext cx="165240" cy="178560"/>
            </a:xfrm>
            <a:custGeom>
              <a:avLst/>
              <a:gdLst/>
              <a:ahLst/>
              <a:rect l="l" t="t" r="r" b="b"/>
              <a:pathLst>
                <a:path w="2492" h="2695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6" name="Google Shape;950;p6"/>
            <p:cNvSpPr/>
            <p:nvPr/>
          </p:nvSpPr>
          <p:spPr>
            <a:xfrm>
              <a:off x="1180800" y="369360"/>
              <a:ext cx="17280" cy="154080"/>
            </a:xfrm>
            <a:custGeom>
              <a:avLst/>
              <a:gdLst/>
              <a:ahLst/>
              <a:rect l="l" t="t" r="r" b="b"/>
              <a:pathLst>
                <a:path w="270" h="2325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7" name="Google Shape;951;p6"/>
            <p:cNvSpPr/>
            <p:nvPr/>
          </p:nvSpPr>
          <p:spPr>
            <a:xfrm>
              <a:off x="1245600" y="241560"/>
              <a:ext cx="39960" cy="46440"/>
            </a:xfrm>
            <a:custGeom>
              <a:avLst/>
              <a:gdLst/>
              <a:ahLst/>
              <a:rect l="l" t="t" r="r" b="b"/>
              <a:pathLst>
                <a:path w="607" h="708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8" name="Google Shape;952;p6"/>
            <p:cNvSpPr/>
            <p:nvPr/>
          </p:nvSpPr>
          <p:spPr>
            <a:xfrm>
              <a:off x="1254960" y="0"/>
              <a:ext cx="169200" cy="156240"/>
            </a:xfrm>
            <a:custGeom>
              <a:avLst/>
              <a:gdLst/>
              <a:ahLst/>
              <a:rect l="l" t="t" r="r" b="b"/>
              <a:pathLst>
                <a:path w="2560" h="2358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9" name="Google Shape;953;p6"/>
            <p:cNvSpPr/>
            <p:nvPr/>
          </p:nvSpPr>
          <p:spPr>
            <a:xfrm>
              <a:off x="1883520" y="64800"/>
              <a:ext cx="39960" cy="46800"/>
            </a:xfrm>
            <a:custGeom>
              <a:avLst/>
              <a:gdLst/>
              <a:ahLst/>
              <a:rect l="l" t="t" r="r" b="b"/>
              <a:pathLst>
                <a:path w="607" h="708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0" name="Google Shape;954;p6"/>
            <p:cNvSpPr/>
            <p:nvPr/>
          </p:nvSpPr>
          <p:spPr>
            <a:xfrm>
              <a:off x="872280" y="253080"/>
              <a:ext cx="37440" cy="55800"/>
            </a:xfrm>
            <a:custGeom>
              <a:avLst/>
              <a:gdLst/>
              <a:ahLst/>
              <a:rect l="l" t="t" r="r" b="b"/>
              <a:pathLst>
                <a:path w="573" h="842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1" name="Google Shape;955;p6"/>
            <p:cNvSpPr/>
            <p:nvPr/>
          </p:nvSpPr>
          <p:spPr>
            <a:xfrm>
              <a:off x="814320" y="196920"/>
              <a:ext cx="155880" cy="158400"/>
            </a:xfrm>
            <a:custGeom>
              <a:avLst/>
              <a:gdLst/>
              <a:ahLst/>
              <a:rect l="l" t="t" r="r" b="b"/>
              <a:pathLst>
                <a:path w="2358" h="2391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2" name="Google Shape;956;p6"/>
            <p:cNvSpPr/>
            <p:nvPr/>
          </p:nvSpPr>
          <p:spPr>
            <a:xfrm>
              <a:off x="1049400" y="248400"/>
              <a:ext cx="55800" cy="48960"/>
            </a:xfrm>
            <a:custGeom>
              <a:avLst/>
              <a:gdLst/>
              <a:ahLst/>
              <a:rect l="l" t="t" r="r" b="b"/>
              <a:pathLst>
                <a:path w="842" h="742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3" name="Google Shape;957;p6"/>
            <p:cNvSpPr/>
            <p:nvPr/>
          </p:nvSpPr>
          <p:spPr>
            <a:xfrm>
              <a:off x="946080" y="96120"/>
              <a:ext cx="46800" cy="64440"/>
            </a:xfrm>
            <a:custGeom>
              <a:avLst/>
              <a:gdLst/>
              <a:ahLst/>
              <a:rect l="l" t="t" r="r" b="b"/>
              <a:pathLst>
                <a:path w="708" h="977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4" name="Google Shape;958;p6"/>
            <p:cNvSpPr/>
            <p:nvPr/>
          </p:nvSpPr>
          <p:spPr>
            <a:xfrm>
              <a:off x="988920" y="187920"/>
              <a:ext cx="169560" cy="160560"/>
            </a:xfrm>
            <a:custGeom>
              <a:avLst/>
              <a:gdLst/>
              <a:ahLst/>
              <a:rect l="l" t="t" r="r" b="b"/>
              <a:pathLst>
                <a:path w="2559" h="2425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5" name="Google Shape;959;p6"/>
            <p:cNvSpPr/>
            <p:nvPr/>
          </p:nvSpPr>
          <p:spPr>
            <a:xfrm>
              <a:off x="281880" y="396000"/>
              <a:ext cx="174240" cy="160920"/>
            </a:xfrm>
            <a:custGeom>
              <a:avLst/>
              <a:gdLst/>
              <a:ahLst/>
              <a:rect l="l" t="t" r="r" b="b"/>
              <a:pathLst>
                <a:path w="2627" h="2426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6" name="Google Shape;960;p6"/>
            <p:cNvSpPr/>
            <p:nvPr/>
          </p:nvSpPr>
          <p:spPr>
            <a:xfrm>
              <a:off x="2312640" y="673200"/>
              <a:ext cx="162720" cy="196200"/>
            </a:xfrm>
            <a:custGeom>
              <a:avLst/>
              <a:gdLst/>
              <a:ahLst/>
              <a:rect l="l" t="t" r="r" b="b"/>
              <a:pathLst>
                <a:path w="2459" h="2964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7" name="Google Shape;961;p6"/>
            <p:cNvSpPr/>
            <p:nvPr/>
          </p:nvSpPr>
          <p:spPr>
            <a:xfrm>
              <a:off x="2498400" y="756000"/>
              <a:ext cx="169560" cy="107280"/>
            </a:xfrm>
            <a:custGeom>
              <a:avLst/>
              <a:gdLst/>
              <a:ahLst/>
              <a:rect l="l" t="t" r="r" b="b"/>
              <a:pathLst>
                <a:path w="2560" h="1617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8" name="Google Shape;962;p6"/>
            <p:cNvSpPr/>
            <p:nvPr/>
          </p:nvSpPr>
          <p:spPr>
            <a:xfrm>
              <a:off x="2565720" y="787320"/>
              <a:ext cx="35640" cy="48960"/>
            </a:xfrm>
            <a:custGeom>
              <a:avLst/>
              <a:gdLst/>
              <a:ahLst/>
              <a:rect l="l" t="t" r="r" b="b"/>
              <a:pathLst>
                <a:path w="540" h="742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9" name="Google Shape;963;p6"/>
            <p:cNvSpPr/>
            <p:nvPr/>
          </p:nvSpPr>
          <p:spPr>
            <a:xfrm>
              <a:off x="2368800" y="704880"/>
              <a:ext cx="57600" cy="37440"/>
            </a:xfrm>
            <a:custGeom>
              <a:avLst/>
              <a:gdLst/>
              <a:ahLst/>
              <a:rect l="l" t="t" r="r" b="b"/>
              <a:pathLst>
                <a:path w="876" h="573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0" name="Google Shape;964;p6"/>
            <p:cNvSpPr/>
            <p:nvPr/>
          </p:nvSpPr>
          <p:spPr>
            <a:xfrm>
              <a:off x="2252160" y="478800"/>
              <a:ext cx="404640" cy="187560"/>
            </a:xfrm>
            <a:custGeom>
              <a:avLst/>
              <a:gdLst/>
              <a:ahLst/>
              <a:rect l="l" t="t" r="r" b="b"/>
              <a:pathLst>
                <a:path w="6095" h="2829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1" name="Google Shape;965;p6"/>
            <p:cNvSpPr/>
            <p:nvPr/>
          </p:nvSpPr>
          <p:spPr>
            <a:xfrm>
              <a:off x="161280" y="758520"/>
              <a:ext cx="165240" cy="205560"/>
            </a:xfrm>
            <a:custGeom>
              <a:avLst/>
              <a:gdLst/>
              <a:ahLst/>
              <a:rect l="l" t="t" r="r" b="b"/>
              <a:pathLst>
                <a:path w="2493" h="3098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2" name="Google Shape;966;p6"/>
            <p:cNvSpPr/>
            <p:nvPr/>
          </p:nvSpPr>
          <p:spPr>
            <a:xfrm>
              <a:off x="1699920" y="693360"/>
              <a:ext cx="212040" cy="191880"/>
            </a:xfrm>
            <a:custGeom>
              <a:avLst/>
              <a:gdLst/>
              <a:ahLst/>
              <a:rect l="l" t="t" r="r" b="b"/>
              <a:pathLst>
                <a:path w="3199" h="2897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3" name="Google Shape;967;p6"/>
            <p:cNvSpPr/>
            <p:nvPr/>
          </p:nvSpPr>
          <p:spPr>
            <a:xfrm>
              <a:off x="537120" y="740160"/>
              <a:ext cx="227520" cy="198720"/>
            </a:xfrm>
            <a:custGeom>
              <a:avLst/>
              <a:gdLst/>
              <a:ahLst/>
              <a:rect l="l" t="t" r="r" b="b"/>
              <a:pathLst>
                <a:path w="3435" h="2998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4" name="Google Shape;968;p6"/>
            <p:cNvSpPr/>
            <p:nvPr/>
          </p:nvSpPr>
          <p:spPr>
            <a:xfrm>
              <a:off x="2520720" y="29520"/>
              <a:ext cx="73440" cy="53280"/>
            </a:xfrm>
            <a:custGeom>
              <a:avLst/>
              <a:gdLst/>
              <a:ahLst/>
              <a:rect l="l" t="t" r="r" b="b"/>
              <a:pathLst>
                <a:path w="1112" h="809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5" name="Google Shape;969;p6"/>
            <p:cNvSpPr/>
            <p:nvPr/>
          </p:nvSpPr>
          <p:spPr>
            <a:xfrm>
              <a:off x="521280" y="0"/>
              <a:ext cx="12960" cy="15480"/>
            </a:xfrm>
            <a:custGeom>
              <a:avLst/>
              <a:gdLst/>
              <a:ahLst/>
              <a:rect l="l" t="t" r="r" b="b"/>
              <a:pathLst>
                <a:path w="203" h="237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6" name="Google Shape;970;p6"/>
            <p:cNvSpPr/>
            <p:nvPr/>
          </p:nvSpPr>
          <p:spPr>
            <a:xfrm>
              <a:off x="1138680" y="539280"/>
              <a:ext cx="165240" cy="178560"/>
            </a:xfrm>
            <a:custGeom>
              <a:avLst/>
              <a:gdLst/>
              <a:ahLst/>
              <a:rect l="l" t="t" r="r" b="b"/>
              <a:pathLst>
                <a:path w="2493" h="2695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7" name="Google Shape;971;p6"/>
            <p:cNvSpPr/>
            <p:nvPr/>
          </p:nvSpPr>
          <p:spPr>
            <a:xfrm>
              <a:off x="1778040" y="331200"/>
              <a:ext cx="169560" cy="167760"/>
            </a:xfrm>
            <a:custGeom>
              <a:avLst/>
              <a:gdLst/>
              <a:ahLst/>
              <a:rect l="l" t="t" r="r" b="b"/>
              <a:pathLst>
                <a:path w="2560" h="2526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8" name="Google Shape;972;p6"/>
            <p:cNvSpPr/>
            <p:nvPr/>
          </p:nvSpPr>
          <p:spPr>
            <a:xfrm>
              <a:off x="950400" y="552600"/>
              <a:ext cx="169560" cy="158400"/>
            </a:xfrm>
            <a:custGeom>
              <a:avLst/>
              <a:gdLst/>
              <a:ahLst/>
              <a:rect l="l" t="t" r="r" b="b"/>
              <a:pathLst>
                <a:path w="2560" h="2392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9" name="Google Shape;973;p6"/>
            <p:cNvSpPr/>
            <p:nvPr/>
          </p:nvSpPr>
          <p:spPr>
            <a:xfrm>
              <a:off x="1550160" y="163440"/>
              <a:ext cx="16920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0" name="Google Shape;974;p6"/>
            <p:cNvSpPr/>
            <p:nvPr/>
          </p:nvSpPr>
          <p:spPr>
            <a:xfrm>
              <a:off x="1850040" y="396000"/>
              <a:ext cx="46440" cy="55800"/>
            </a:xfrm>
            <a:custGeom>
              <a:avLst/>
              <a:gdLst/>
              <a:ahLst/>
              <a:rect l="l" t="t" r="r" b="b"/>
              <a:pathLst>
                <a:path w="708" h="843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1" name="Google Shape;975;p6"/>
            <p:cNvSpPr/>
            <p:nvPr/>
          </p:nvSpPr>
          <p:spPr>
            <a:xfrm>
              <a:off x="1194480" y="592920"/>
              <a:ext cx="48960" cy="60120"/>
            </a:xfrm>
            <a:custGeom>
              <a:avLst/>
              <a:gdLst/>
              <a:ahLst/>
              <a:rect l="l" t="t" r="r" b="b"/>
              <a:pathLst>
                <a:path w="742" h="91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2" name="Google Shape;976;p6"/>
            <p:cNvSpPr/>
            <p:nvPr/>
          </p:nvSpPr>
          <p:spPr>
            <a:xfrm>
              <a:off x="778680" y="559440"/>
              <a:ext cx="154080" cy="158400"/>
            </a:xfrm>
            <a:custGeom>
              <a:avLst/>
              <a:gdLst/>
              <a:ahLst/>
              <a:rect l="l" t="t" r="r" b="b"/>
              <a:pathLst>
                <a:path w="2324" h="2392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3" name="Google Shape;977;p6"/>
            <p:cNvSpPr/>
            <p:nvPr/>
          </p:nvSpPr>
          <p:spPr>
            <a:xfrm>
              <a:off x="1015920" y="604080"/>
              <a:ext cx="48960" cy="42120"/>
            </a:xfrm>
            <a:custGeom>
              <a:avLst/>
              <a:gdLst/>
              <a:ahLst/>
              <a:rect l="l" t="t" r="r" b="b"/>
              <a:pathLst>
                <a:path w="741" h="64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4" name="Google Shape;978;p6"/>
            <p:cNvSpPr/>
            <p:nvPr/>
          </p:nvSpPr>
          <p:spPr>
            <a:xfrm>
              <a:off x="579600" y="563760"/>
              <a:ext cx="16920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5" name="Google Shape;979;p6"/>
            <p:cNvSpPr/>
            <p:nvPr/>
          </p:nvSpPr>
          <p:spPr>
            <a:xfrm>
              <a:off x="832320" y="614880"/>
              <a:ext cx="39960" cy="39960"/>
            </a:xfrm>
            <a:custGeom>
              <a:avLst/>
              <a:gdLst/>
              <a:ahLst/>
              <a:rect l="l" t="t" r="r" b="b"/>
              <a:pathLst>
                <a:path w="607" h="607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6" name="Google Shape;980;p6"/>
            <p:cNvSpPr/>
            <p:nvPr/>
          </p:nvSpPr>
          <p:spPr>
            <a:xfrm>
              <a:off x="1968480" y="329040"/>
              <a:ext cx="147600" cy="162720"/>
            </a:xfrm>
            <a:custGeom>
              <a:avLst/>
              <a:gdLst/>
              <a:ahLst/>
              <a:rect l="l" t="t" r="r" b="b"/>
              <a:pathLst>
                <a:path w="2223" h="2459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7" name="Google Shape;981;p6"/>
            <p:cNvSpPr/>
            <p:nvPr/>
          </p:nvSpPr>
          <p:spPr>
            <a:xfrm>
              <a:off x="2476080" y="125280"/>
              <a:ext cx="180720" cy="337680"/>
            </a:xfrm>
            <a:custGeom>
              <a:avLst/>
              <a:gdLst/>
              <a:ahLst/>
              <a:rect l="l" t="t" r="r" b="b"/>
              <a:pathLst>
                <a:path w="2728" h="5085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8" name="Google Shape;982;p6"/>
            <p:cNvSpPr/>
            <p:nvPr/>
          </p:nvSpPr>
          <p:spPr>
            <a:xfrm>
              <a:off x="2342160" y="313200"/>
              <a:ext cx="162720" cy="160560"/>
            </a:xfrm>
            <a:custGeom>
              <a:avLst/>
              <a:gdLst/>
              <a:ahLst/>
              <a:rect l="l" t="t" r="r" b="b"/>
              <a:pathLst>
                <a:path w="2458" h="2425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9" name="Google Shape;983;p6"/>
            <p:cNvSpPr/>
            <p:nvPr/>
          </p:nvSpPr>
          <p:spPr>
            <a:xfrm>
              <a:off x="2187360" y="0"/>
              <a:ext cx="172080" cy="118080"/>
            </a:xfrm>
            <a:custGeom>
              <a:avLst/>
              <a:gdLst/>
              <a:ahLst/>
              <a:rect l="l" t="t" r="r" b="b"/>
              <a:pathLst>
                <a:path w="2593" h="1786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0" name="Google Shape;984;p6"/>
            <p:cNvSpPr/>
            <p:nvPr/>
          </p:nvSpPr>
          <p:spPr>
            <a:xfrm>
              <a:off x="2547360" y="217080"/>
              <a:ext cx="69120" cy="60120"/>
            </a:xfrm>
            <a:custGeom>
              <a:avLst/>
              <a:gdLst/>
              <a:ahLst/>
              <a:rect l="l" t="t" r="r" b="b"/>
              <a:pathLst>
                <a:path w="1045" h="91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1" name="Google Shape;985;p6"/>
            <p:cNvSpPr/>
            <p:nvPr/>
          </p:nvSpPr>
          <p:spPr>
            <a:xfrm>
              <a:off x="2295000" y="134640"/>
              <a:ext cx="167400" cy="158400"/>
            </a:xfrm>
            <a:custGeom>
              <a:avLst/>
              <a:gdLst/>
              <a:ahLst/>
              <a:rect l="l" t="t" r="r" b="b"/>
              <a:pathLst>
                <a:path w="2526" h="2392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2" name="Google Shape;986;p6"/>
            <p:cNvSpPr/>
            <p:nvPr/>
          </p:nvSpPr>
          <p:spPr>
            <a:xfrm>
              <a:off x="2109240" y="136440"/>
              <a:ext cx="165240" cy="181080"/>
            </a:xfrm>
            <a:custGeom>
              <a:avLst/>
              <a:gdLst/>
              <a:ahLst/>
              <a:rect l="l" t="t" r="r" b="b"/>
              <a:pathLst>
                <a:path w="2493" h="2728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3" name="Google Shape;987;p6"/>
            <p:cNvSpPr/>
            <p:nvPr/>
          </p:nvSpPr>
          <p:spPr>
            <a:xfrm>
              <a:off x="2149560" y="319680"/>
              <a:ext cx="171720" cy="160920"/>
            </a:xfrm>
            <a:custGeom>
              <a:avLst/>
              <a:gdLst/>
              <a:ahLst/>
              <a:rect l="l" t="t" r="r" b="b"/>
              <a:pathLst>
                <a:path w="2594" h="2425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4" name="Google Shape;988;p6"/>
            <p:cNvSpPr/>
            <p:nvPr/>
          </p:nvSpPr>
          <p:spPr>
            <a:xfrm>
              <a:off x="2375640" y="798480"/>
              <a:ext cx="57600" cy="33120"/>
            </a:xfrm>
            <a:custGeom>
              <a:avLst/>
              <a:gdLst/>
              <a:ahLst/>
              <a:rect l="l" t="t" r="r" b="b"/>
              <a:pathLst>
                <a:path w="876" h="506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5" name="Google Shape;989;p6"/>
            <p:cNvSpPr/>
            <p:nvPr/>
          </p:nvSpPr>
          <p:spPr>
            <a:xfrm>
              <a:off x="1657440" y="404640"/>
              <a:ext cx="53280" cy="55800"/>
            </a:xfrm>
            <a:custGeom>
              <a:avLst/>
              <a:gdLst/>
              <a:ahLst/>
              <a:rect l="l" t="t" r="r" b="b"/>
              <a:pathLst>
                <a:path w="809" h="843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6" name="Google Shape;990;p6"/>
            <p:cNvSpPr/>
            <p:nvPr/>
          </p:nvSpPr>
          <p:spPr>
            <a:xfrm>
              <a:off x="1594800" y="339840"/>
              <a:ext cx="164880" cy="174240"/>
            </a:xfrm>
            <a:custGeom>
              <a:avLst/>
              <a:gdLst/>
              <a:ahLst/>
              <a:rect l="l" t="t" r="r" b="b"/>
              <a:pathLst>
                <a:path w="2492" h="2627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7" name="Google Shape;991;p6"/>
            <p:cNvSpPr/>
            <p:nvPr/>
          </p:nvSpPr>
          <p:spPr>
            <a:xfrm>
              <a:off x="1561680" y="581400"/>
              <a:ext cx="59760" cy="50760"/>
            </a:xfrm>
            <a:custGeom>
              <a:avLst/>
              <a:gdLst/>
              <a:ahLst/>
              <a:rect l="l" t="t" r="r" b="b"/>
              <a:pathLst>
                <a:path w="910" h="775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8" name="Google Shape;992;p6"/>
            <p:cNvSpPr/>
            <p:nvPr/>
          </p:nvSpPr>
          <p:spPr>
            <a:xfrm>
              <a:off x="1883520" y="514800"/>
              <a:ext cx="169560" cy="158400"/>
            </a:xfrm>
            <a:custGeom>
              <a:avLst/>
              <a:gdLst/>
              <a:ahLst/>
              <a:rect l="l" t="t" r="r" b="b"/>
              <a:pathLst>
                <a:path w="2559" h="2391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9" name="Google Shape;993;p6"/>
            <p:cNvSpPr/>
            <p:nvPr/>
          </p:nvSpPr>
          <p:spPr>
            <a:xfrm>
              <a:off x="1972800" y="208080"/>
              <a:ext cx="60120" cy="46440"/>
            </a:xfrm>
            <a:custGeom>
              <a:avLst/>
              <a:gdLst/>
              <a:ahLst/>
              <a:rect l="l" t="t" r="r" b="b"/>
              <a:pathLst>
                <a:path w="910" h="708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0" name="Google Shape;994;p6"/>
            <p:cNvSpPr/>
            <p:nvPr/>
          </p:nvSpPr>
          <p:spPr>
            <a:xfrm>
              <a:off x="1923480" y="711360"/>
              <a:ext cx="15480" cy="174240"/>
            </a:xfrm>
            <a:custGeom>
              <a:avLst/>
              <a:gdLst/>
              <a:ahLst/>
              <a:rect l="l" t="t" r="r" b="b"/>
              <a:pathLst>
                <a:path w="236" h="2627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1" name="Google Shape;995;p6"/>
            <p:cNvSpPr/>
            <p:nvPr/>
          </p:nvSpPr>
          <p:spPr>
            <a:xfrm>
              <a:off x="2196720" y="800640"/>
              <a:ext cx="28800" cy="44280"/>
            </a:xfrm>
            <a:custGeom>
              <a:avLst/>
              <a:gdLst/>
              <a:ahLst/>
              <a:rect l="l" t="t" r="r" b="b"/>
              <a:pathLst>
                <a:path w="439" h="675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2" name="Google Shape;996;p6"/>
            <p:cNvSpPr/>
            <p:nvPr/>
          </p:nvSpPr>
          <p:spPr>
            <a:xfrm>
              <a:off x="2071440" y="501120"/>
              <a:ext cx="164880" cy="178560"/>
            </a:xfrm>
            <a:custGeom>
              <a:avLst/>
              <a:gdLst/>
              <a:ahLst/>
              <a:rect l="l" t="t" r="r" b="b"/>
              <a:pathLst>
                <a:path w="2492" h="2694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3" name="Google Shape;997;p6"/>
            <p:cNvSpPr/>
            <p:nvPr/>
          </p:nvSpPr>
          <p:spPr>
            <a:xfrm>
              <a:off x="1930320" y="686520"/>
              <a:ext cx="171720" cy="200520"/>
            </a:xfrm>
            <a:custGeom>
              <a:avLst/>
              <a:gdLst/>
              <a:ahLst/>
              <a:rect l="l" t="t" r="r" b="b"/>
              <a:pathLst>
                <a:path w="2593" h="3031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4" name="Google Shape;998;p6"/>
            <p:cNvSpPr/>
            <p:nvPr/>
          </p:nvSpPr>
          <p:spPr>
            <a:xfrm>
              <a:off x="771840" y="715680"/>
              <a:ext cx="910080" cy="218880"/>
            </a:xfrm>
            <a:custGeom>
              <a:avLst/>
              <a:gdLst/>
              <a:ahLst/>
              <a:rect l="l" t="t" r="r" b="b"/>
              <a:pathLst>
                <a:path w="13704" h="330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5" name="Google Shape;999;p6"/>
            <p:cNvSpPr/>
            <p:nvPr/>
          </p:nvSpPr>
          <p:spPr>
            <a:xfrm>
              <a:off x="1939320" y="545760"/>
              <a:ext cx="46440" cy="42480"/>
            </a:xfrm>
            <a:custGeom>
              <a:avLst/>
              <a:gdLst/>
              <a:ahLst/>
              <a:rect l="l" t="t" r="r" b="b"/>
              <a:pathLst>
                <a:path w="708" h="641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6" name="Google Shape;1000;p6"/>
            <p:cNvSpPr/>
            <p:nvPr/>
          </p:nvSpPr>
          <p:spPr>
            <a:xfrm>
              <a:off x="0" y="586080"/>
              <a:ext cx="185400" cy="174240"/>
            </a:xfrm>
            <a:custGeom>
              <a:avLst/>
              <a:gdLst/>
              <a:ahLst/>
              <a:rect l="l" t="t" r="r" b="b"/>
              <a:pathLst>
                <a:path w="2796" h="2627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7" name="Google Shape;1001;p6"/>
            <p:cNvSpPr/>
            <p:nvPr/>
          </p:nvSpPr>
          <p:spPr>
            <a:xfrm>
              <a:off x="349200" y="0"/>
              <a:ext cx="160560" cy="26640"/>
            </a:xfrm>
            <a:custGeom>
              <a:avLst/>
              <a:gdLst/>
              <a:ahLst/>
              <a:rect l="l" t="t" r="r" b="b"/>
              <a:pathLst>
                <a:path w="2426" h="405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8" name="Google Shape;1002;p6"/>
            <p:cNvSpPr/>
            <p:nvPr/>
          </p:nvSpPr>
          <p:spPr>
            <a:xfrm>
              <a:off x="0" y="771840"/>
              <a:ext cx="142560" cy="185400"/>
            </a:xfrm>
            <a:custGeom>
              <a:avLst/>
              <a:gdLst/>
              <a:ahLst/>
              <a:rect l="l" t="t" r="r" b="b"/>
              <a:pathLst>
                <a:path w="2156" h="2795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9" name="Google Shape;1003;p6"/>
            <p:cNvSpPr/>
            <p:nvPr/>
          </p:nvSpPr>
          <p:spPr>
            <a:xfrm>
              <a:off x="205920" y="577080"/>
              <a:ext cx="165240" cy="178560"/>
            </a:xfrm>
            <a:custGeom>
              <a:avLst/>
              <a:gdLst/>
              <a:ahLst/>
              <a:rect l="l" t="t" r="r" b="b"/>
              <a:pathLst>
                <a:path w="2492" h="2694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0" name="Google Shape;1004;p6"/>
            <p:cNvSpPr/>
            <p:nvPr/>
          </p:nvSpPr>
          <p:spPr>
            <a:xfrm>
              <a:off x="2113560" y="331200"/>
              <a:ext cx="17280" cy="154080"/>
            </a:xfrm>
            <a:custGeom>
              <a:avLst/>
              <a:gdLst/>
              <a:ahLst/>
              <a:rect l="l" t="t" r="r" b="b"/>
              <a:pathLst>
                <a:path w="270" h="2324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1" name="Google Shape;1005;p6"/>
            <p:cNvSpPr/>
            <p:nvPr/>
          </p:nvSpPr>
          <p:spPr>
            <a:xfrm>
              <a:off x="718200" y="434160"/>
              <a:ext cx="48960" cy="69120"/>
            </a:xfrm>
            <a:custGeom>
              <a:avLst/>
              <a:gdLst/>
              <a:ahLst/>
              <a:rect l="l" t="t" r="r" b="b"/>
              <a:pathLst>
                <a:path w="741" h="1045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2" name="Google Shape;1006;p6"/>
            <p:cNvSpPr/>
            <p:nvPr/>
          </p:nvSpPr>
          <p:spPr>
            <a:xfrm>
              <a:off x="346680" y="756000"/>
              <a:ext cx="167400" cy="182880"/>
            </a:xfrm>
            <a:custGeom>
              <a:avLst/>
              <a:gdLst/>
              <a:ahLst/>
              <a:rect l="l" t="t" r="r" b="b"/>
              <a:pathLst>
                <a:path w="2526" h="2762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3" name="Google Shape;1007;p6"/>
            <p:cNvSpPr/>
            <p:nvPr/>
          </p:nvSpPr>
          <p:spPr>
            <a:xfrm>
              <a:off x="660240" y="378000"/>
              <a:ext cx="164880" cy="174240"/>
            </a:xfrm>
            <a:custGeom>
              <a:avLst/>
              <a:gdLst/>
              <a:ahLst/>
              <a:rect l="l" t="t" r="r" b="b"/>
              <a:pathLst>
                <a:path w="2493" h="2627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4" name="Google Shape;1008;p6"/>
            <p:cNvSpPr/>
            <p:nvPr/>
          </p:nvSpPr>
          <p:spPr>
            <a:xfrm>
              <a:off x="767160" y="565920"/>
              <a:ext cx="21960" cy="154080"/>
            </a:xfrm>
            <a:custGeom>
              <a:avLst/>
              <a:gdLst/>
              <a:ahLst/>
              <a:rect l="l" t="t" r="r" b="b"/>
              <a:pathLst>
                <a:path w="338" h="2324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5" name="Google Shape;1009;p6"/>
            <p:cNvSpPr/>
            <p:nvPr/>
          </p:nvSpPr>
          <p:spPr>
            <a:xfrm>
              <a:off x="456480" y="626400"/>
              <a:ext cx="48960" cy="57600"/>
            </a:xfrm>
            <a:custGeom>
              <a:avLst/>
              <a:gdLst/>
              <a:ahLst/>
              <a:rect l="l" t="t" r="r" b="b"/>
              <a:pathLst>
                <a:path w="741" h="877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6" name="Google Shape;1010;p6"/>
            <p:cNvSpPr/>
            <p:nvPr/>
          </p:nvSpPr>
          <p:spPr>
            <a:xfrm>
              <a:off x="391680" y="572760"/>
              <a:ext cx="167760" cy="158400"/>
            </a:xfrm>
            <a:custGeom>
              <a:avLst/>
              <a:gdLst/>
              <a:ahLst/>
              <a:rect l="l" t="t" r="r" b="b"/>
              <a:pathLst>
                <a:path w="2526" h="2392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7" name="Google Shape;1011;p6"/>
            <p:cNvSpPr/>
            <p:nvPr/>
          </p:nvSpPr>
          <p:spPr>
            <a:xfrm>
              <a:off x="1512000" y="525600"/>
              <a:ext cx="172080" cy="160920"/>
            </a:xfrm>
            <a:custGeom>
              <a:avLst/>
              <a:gdLst/>
              <a:ahLst/>
              <a:rect l="l" t="t" r="r" b="b"/>
              <a:pathLst>
                <a:path w="2593" h="2425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8" name="Google Shape;1012;p6"/>
            <p:cNvSpPr/>
            <p:nvPr/>
          </p:nvSpPr>
          <p:spPr>
            <a:xfrm>
              <a:off x="2131920" y="762840"/>
              <a:ext cx="171720" cy="111240"/>
            </a:xfrm>
            <a:custGeom>
              <a:avLst/>
              <a:gdLst/>
              <a:ahLst/>
              <a:rect l="l" t="t" r="r" b="b"/>
              <a:pathLst>
                <a:path w="2593" h="1684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9" name="Google Shape;1013;p6"/>
            <p:cNvSpPr/>
            <p:nvPr/>
          </p:nvSpPr>
          <p:spPr>
            <a:xfrm>
              <a:off x="0" y="0"/>
              <a:ext cx="2732760" cy="1030680"/>
            </a:xfrm>
            <a:custGeom>
              <a:avLst/>
              <a:gdLst/>
              <a:ahLst/>
              <a:rect l="l" t="t" r="r" b="b"/>
              <a:pathLst>
                <a:path w="41144" h="15522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0" name="Google Shape;1014;p6"/>
            <p:cNvSpPr/>
            <p:nvPr/>
          </p:nvSpPr>
          <p:spPr>
            <a:xfrm>
              <a:off x="2496240" y="776160"/>
              <a:ext cx="12960" cy="89280"/>
            </a:xfrm>
            <a:custGeom>
              <a:avLst/>
              <a:gdLst/>
              <a:ahLst/>
              <a:rect l="l" t="t" r="r" b="b"/>
              <a:pathLst>
                <a:path w="203" h="1348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1" name="Google Shape;1015;p6"/>
            <p:cNvSpPr/>
            <p:nvPr/>
          </p:nvSpPr>
          <p:spPr>
            <a:xfrm>
              <a:off x="2368800" y="0"/>
              <a:ext cx="266040" cy="111600"/>
            </a:xfrm>
            <a:custGeom>
              <a:avLst/>
              <a:gdLst/>
              <a:ahLst/>
              <a:rect l="l" t="t" r="r" b="b"/>
              <a:pathLst>
                <a:path w="4007" h="1685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2" name="Google Shape;1016;p6"/>
            <p:cNvSpPr/>
            <p:nvPr/>
          </p:nvSpPr>
          <p:spPr>
            <a:xfrm>
              <a:off x="487800" y="273240"/>
              <a:ext cx="62280" cy="44280"/>
            </a:xfrm>
            <a:custGeom>
              <a:avLst/>
              <a:gdLst/>
              <a:ahLst/>
              <a:rect l="l" t="t" r="r" b="b"/>
              <a:pathLst>
                <a:path w="944" h="674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3" name="Google Shape;1017;p6"/>
            <p:cNvSpPr/>
            <p:nvPr/>
          </p:nvSpPr>
          <p:spPr>
            <a:xfrm>
              <a:off x="429840" y="210240"/>
              <a:ext cx="167400" cy="158400"/>
            </a:xfrm>
            <a:custGeom>
              <a:avLst/>
              <a:gdLst/>
              <a:ahLst/>
              <a:rect l="l" t="t" r="r" b="b"/>
              <a:pathLst>
                <a:path w="2527" h="2391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4" name="Google Shape;1018;p6"/>
            <p:cNvSpPr/>
            <p:nvPr/>
          </p:nvSpPr>
          <p:spPr>
            <a:xfrm>
              <a:off x="360000" y="447480"/>
              <a:ext cx="39960" cy="57600"/>
            </a:xfrm>
            <a:custGeom>
              <a:avLst/>
              <a:gdLst/>
              <a:ahLst/>
              <a:rect l="l" t="t" r="r" b="b"/>
              <a:pathLst>
                <a:path w="607" h="876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5" name="Google Shape;1019;p6"/>
            <p:cNvSpPr/>
            <p:nvPr/>
          </p:nvSpPr>
          <p:spPr>
            <a:xfrm>
              <a:off x="244080" y="212760"/>
              <a:ext cx="162720" cy="178560"/>
            </a:xfrm>
            <a:custGeom>
              <a:avLst/>
              <a:gdLst/>
              <a:ahLst/>
              <a:rect l="l" t="t" r="r" b="b"/>
              <a:pathLst>
                <a:path w="2459" h="2694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6" name="Google Shape;1020;p6"/>
            <p:cNvSpPr/>
            <p:nvPr/>
          </p:nvSpPr>
          <p:spPr>
            <a:xfrm>
              <a:off x="641880" y="621720"/>
              <a:ext cx="50760" cy="50760"/>
            </a:xfrm>
            <a:custGeom>
              <a:avLst/>
              <a:gdLst/>
              <a:ahLst/>
              <a:rect l="l" t="t" r="r" b="b"/>
              <a:pathLst>
                <a:path w="775" h="775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7" name="Google Shape;1021;p6"/>
            <p:cNvSpPr/>
            <p:nvPr/>
          </p:nvSpPr>
          <p:spPr>
            <a:xfrm>
              <a:off x="617400" y="201240"/>
              <a:ext cx="169560" cy="160920"/>
            </a:xfrm>
            <a:custGeom>
              <a:avLst/>
              <a:gdLst/>
              <a:ahLst/>
              <a:rect l="l" t="t" r="r" b="b"/>
              <a:pathLst>
                <a:path w="2559" h="2425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8" name="Google Shape;1022;p6"/>
            <p:cNvSpPr/>
            <p:nvPr/>
          </p:nvSpPr>
          <p:spPr>
            <a:xfrm>
              <a:off x="684720" y="266400"/>
              <a:ext cx="42120" cy="51120"/>
            </a:xfrm>
            <a:custGeom>
              <a:avLst/>
              <a:gdLst/>
              <a:ahLst/>
              <a:rect l="l" t="t" r="r" b="b"/>
              <a:pathLst>
                <a:path w="640" h="775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9" name="Google Shape;1023;p6"/>
            <p:cNvSpPr/>
            <p:nvPr/>
          </p:nvSpPr>
          <p:spPr>
            <a:xfrm>
              <a:off x="539280" y="450000"/>
              <a:ext cx="39600" cy="57600"/>
            </a:xfrm>
            <a:custGeom>
              <a:avLst/>
              <a:gdLst/>
              <a:ahLst/>
              <a:rect l="l" t="t" r="r" b="b"/>
              <a:pathLst>
                <a:path w="607" h="876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0" name="Google Shape;1024;p6"/>
            <p:cNvSpPr/>
            <p:nvPr/>
          </p:nvSpPr>
          <p:spPr>
            <a:xfrm>
              <a:off x="474480" y="389520"/>
              <a:ext cx="162720" cy="160560"/>
            </a:xfrm>
            <a:custGeom>
              <a:avLst/>
              <a:gdLst/>
              <a:ahLst/>
              <a:rect l="l" t="t" r="r" b="b"/>
              <a:pathLst>
                <a:path w="2459" h="2426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1" name="Google Shape;1025;p6"/>
            <p:cNvSpPr/>
            <p:nvPr/>
          </p:nvSpPr>
          <p:spPr>
            <a:xfrm>
              <a:off x="333360" y="0"/>
              <a:ext cx="12960" cy="22320"/>
            </a:xfrm>
            <a:custGeom>
              <a:avLst/>
              <a:gdLst/>
              <a:ahLst/>
              <a:rect l="l" t="t" r="r" b="b"/>
              <a:pathLst>
                <a:path w="203" h="338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2" name="Google Shape;1026;p6"/>
            <p:cNvSpPr/>
            <p:nvPr/>
          </p:nvSpPr>
          <p:spPr>
            <a:xfrm>
              <a:off x="0" y="44640"/>
              <a:ext cx="111600" cy="174240"/>
            </a:xfrm>
            <a:custGeom>
              <a:avLst/>
              <a:gdLst/>
              <a:ahLst/>
              <a:rect l="l" t="t" r="r" b="b"/>
              <a:pathLst>
                <a:path w="1685" h="2627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3" name="Google Shape;1027;p6"/>
            <p:cNvSpPr/>
            <p:nvPr/>
          </p:nvSpPr>
          <p:spPr>
            <a:xfrm>
              <a:off x="0" y="311040"/>
              <a:ext cx="71280" cy="57600"/>
            </a:xfrm>
            <a:custGeom>
              <a:avLst/>
              <a:gdLst/>
              <a:ahLst/>
              <a:rect l="l" t="t" r="r" b="b"/>
              <a:pathLst>
                <a:path w="1079" h="876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4" name="Google Shape;1028;p6"/>
            <p:cNvSpPr/>
            <p:nvPr/>
          </p:nvSpPr>
          <p:spPr>
            <a:xfrm>
              <a:off x="391680" y="107640"/>
              <a:ext cx="51120" cy="60120"/>
            </a:xfrm>
            <a:custGeom>
              <a:avLst/>
              <a:gdLst/>
              <a:ahLst/>
              <a:rect l="l" t="t" r="r" b="b"/>
              <a:pathLst>
                <a:path w="775" h="91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5" name="Google Shape;1029;p6"/>
            <p:cNvSpPr/>
            <p:nvPr/>
          </p:nvSpPr>
          <p:spPr>
            <a:xfrm>
              <a:off x="322200" y="33840"/>
              <a:ext cx="169560" cy="16056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6" name="Google Shape;1030;p6"/>
            <p:cNvSpPr/>
            <p:nvPr/>
          </p:nvSpPr>
          <p:spPr>
            <a:xfrm>
              <a:off x="693720" y="261720"/>
              <a:ext cx="35640" cy="12960"/>
            </a:xfrm>
            <a:custGeom>
              <a:avLst/>
              <a:gdLst/>
              <a:ahLst/>
              <a:rect l="l" t="t" r="r" b="b"/>
              <a:pathLst>
                <a:path w="540" h="203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7" name="Google Shape;1031;p6"/>
            <p:cNvSpPr/>
            <p:nvPr/>
          </p:nvSpPr>
          <p:spPr>
            <a:xfrm>
              <a:off x="0" y="0"/>
              <a:ext cx="122400" cy="35640"/>
            </a:xfrm>
            <a:custGeom>
              <a:avLst/>
              <a:gdLst/>
              <a:ahLst/>
              <a:rect l="l" t="t" r="r" b="b"/>
              <a:pathLst>
                <a:path w="1853" h="54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8" name="Google Shape;1032;p6"/>
            <p:cNvSpPr/>
            <p:nvPr/>
          </p:nvSpPr>
          <p:spPr>
            <a:xfrm>
              <a:off x="0" y="407160"/>
              <a:ext cx="270360" cy="160920"/>
            </a:xfrm>
            <a:custGeom>
              <a:avLst/>
              <a:gdLst/>
              <a:ahLst/>
              <a:rect l="l" t="t" r="r" b="b"/>
              <a:pathLst>
                <a:path w="4075" h="2425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9" name="Google Shape;1033;p6"/>
            <p:cNvSpPr/>
            <p:nvPr/>
          </p:nvSpPr>
          <p:spPr>
            <a:xfrm>
              <a:off x="134640" y="42840"/>
              <a:ext cx="167400" cy="155880"/>
            </a:xfrm>
            <a:custGeom>
              <a:avLst/>
              <a:gdLst/>
              <a:ahLst/>
              <a:rect l="l" t="t" r="r" b="b"/>
              <a:pathLst>
                <a:path w="2526" h="2358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0" name="Google Shape;1034;p6"/>
            <p:cNvSpPr/>
            <p:nvPr/>
          </p:nvSpPr>
          <p:spPr>
            <a:xfrm>
              <a:off x="302040" y="268560"/>
              <a:ext cx="53280" cy="66600"/>
            </a:xfrm>
            <a:custGeom>
              <a:avLst/>
              <a:gdLst/>
              <a:ahLst/>
              <a:rect l="l" t="t" r="r" b="b"/>
              <a:pathLst>
                <a:path w="809" h="1011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1" name="Google Shape;1035;p6"/>
            <p:cNvSpPr/>
            <p:nvPr/>
          </p:nvSpPr>
          <p:spPr>
            <a:xfrm>
              <a:off x="0" y="219600"/>
              <a:ext cx="218880" cy="169200"/>
            </a:xfrm>
            <a:custGeom>
              <a:avLst/>
              <a:gdLst/>
              <a:ahLst/>
              <a:rect l="l" t="t" r="r" b="b"/>
              <a:pathLst>
                <a:path w="3301" h="2559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2" name="Google Shape;1036;p6"/>
            <p:cNvSpPr/>
            <p:nvPr/>
          </p:nvSpPr>
          <p:spPr>
            <a:xfrm>
              <a:off x="1465200" y="409680"/>
              <a:ext cx="37440" cy="50760"/>
            </a:xfrm>
            <a:custGeom>
              <a:avLst/>
              <a:gdLst/>
              <a:ahLst/>
              <a:rect l="l" t="t" r="r" b="b"/>
              <a:pathLst>
                <a:path w="573" h="776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3" name="Google Shape;1037;p6"/>
            <p:cNvSpPr/>
            <p:nvPr/>
          </p:nvSpPr>
          <p:spPr>
            <a:xfrm>
              <a:off x="1648440" y="0"/>
              <a:ext cx="147240" cy="140760"/>
            </a:xfrm>
            <a:custGeom>
              <a:avLst/>
              <a:gdLst/>
              <a:ahLst/>
              <a:rect l="l" t="t" r="r" b="b"/>
              <a:pathLst>
                <a:path w="2223" h="2122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4" name="Google Shape;1038;p6"/>
            <p:cNvSpPr/>
            <p:nvPr/>
          </p:nvSpPr>
          <p:spPr>
            <a:xfrm>
              <a:off x="1617120" y="226080"/>
              <a:ext cx="15480" cy="46800"/>
            </a:xfrm>
            <a:custGeom>
              <a:avLst/>
              <a:gdLst/>
              <a:ahLst/>
              <a:rect l="l" t="t" r="r" b="b"/>
              <a:pathLst>
                <a:path w="237" h="708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5" name="Google Shape;1039;p6"/>
            <p:cNvSpPr/>
            <p:nvPr/>
          </p:nvSpPr>
          <p:spPr>
            <a:xfrm>
              <a:off x="1406880" y="351360"/>
              <a:ext cx="162720" cy="160920"/>
            </a:xfrm>
            <a:custGeom>
              <a:avLst/>
              <a:gdLst/>
              <a:ahLst/>
              <a:rect l="l" t="t" r="r" b="b"/>
              <a:pathLst>
                <a:path w="2459" h="2425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6" name="Google Shape;1040;p6"/>
            <p:cNvSpPr/>
            <p:nvPr/>
          </p:nvSpPr>
          <p:spPr>
            <a:xfrm>
              <a:off x="1738080" y="165600"/>
              <a:ext cx="22320" cy="154080"/>
            </a:xfrm>
            <a:custGeom>
              <a:avLst/>
              <a:gdLst/>
              <a:ahLst/>
              <a:rect l="l" t="t" r="r" b="b"/>
              <a:pathLst>
                <a:path w="338" h="2324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7" name="Google Shape;1041;p6"/>
            <p:cNvSpPr/>
            <p:nvPr/>
          </p:nvSpPr>
          <p:spPr>
            <a:xfrm>
              <a:off x="1711440" y="702360"/>
              <a:ext cx="180720" cy="19800"/>
            </a:xfrm>
            <a:custGeom>
              <a:avLst/>
              <a:gdLst/>
              <a:ahLst/>
              <a:rect l="l" t="t" r="r" b="b"/>
              <a:pathLst>
                <a:path w="2728" h="304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8" name="Google Shape;1042;p6"/>
            <p:cNvSpPr/>
            <p:nvPr/>
          </p:nvSpPr>
          <p:spPr>
            <a:xfrm>
              <a:off x="1711440" y="521280"/>
              <a:ext cx="154080" cy="160920"/>
            </a:xfrm>
            <a:custGeom>
              <a:avLst/>
              <a:gdLst/>
              <a:ahLst/>
              <a:rect l="l" t="t" r="r" b="b"/>
              <a:pathLst>
                <a:path w="2324" h="2425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9" name="Google Shape;1043;p6"/>
            <p:cNvSpPr/>
            <p:nvPr/>
          </p:nvSpPr>
          <p:spPr>
            <a:xfrm>
              <a:off x="1324440" y="534960"/>
              <a:ext cx="167400" cy="158400"/>
            </a:xfrm>
            <a:custGeom>
              <a:avLst/>
              <a:gdLst/>
              <a:ahLst/>
              <a:rect l="l" t="t" r="r" b="b"/>
              <a:pathLst>
                <a:path w="2526" h="2391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0" name="Google Shape;1044;p6"/>
            <p:cNvSpPr/>
            <p:nvPr/>
          </p:nvSpPr>
          <p:spPr>
            <a:xfrm>
              <a:off x="1921680" y="149760"/>
              <a:ext cx="169200" cy="160920"/>
            </a:xfrm>
            <a:custGeom>
              <a:avLst/>
              <a:gdLst/>
              <a:ahLst/>
              <a:rect l="l" t="t" r="r" b="b"/>
              <a:pathLst>
                <a:path w="2560" h="2425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1" name="Google Shape;1045;p6"/>
            <p:cNvSpPr/>
            <p:nvPr/>
          </p:nvSpPr>
          <p:spPr>
            <a:xfrm>
              <a:off x="1699920" y="528120"/>
              <a:ext cx="21960" cy="155880"/>
            </a:xfrm>
            <a:custGeom>
              <a:avLst/>
              <a:gdLst/>
              <a:ahLst/>
              <a:rect l="l" t="t" r="r" b="b"/>
              <a:pathLst>
                <a:path w="338" h="2358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2" name="Google Shape;1046;p6"/>
            <p:cNvSpPr/>
            <p:nvPr/>
          </p:nvSpPr>
          <p:spPr>
            <a:xfrm>
              <a:off x="693720" y="20160"/>
              <a:ext cx="169560" cy="158400"/>
            </a:xfrm>
            <a:custGeom>
              <a:avLst/>
              <a:gdLst/>
              <a:ahLst/>
              <a:rect l="l" t="t" r="r" b="b"/>
              <a:pathLst>
                <a:path w="2560" h="2392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3" name="Google Shape;1047;p6"/>
            <p:cNvSpPr/>
            <p:nvPr/>
          </p:nvSpPr>
          <p:spPr>
            <a:xfrm>
              <a:off x="1749240" y="555120"/>
              <a:ext cx="60120" cy="33120"/>
            </a:xfrm>
            <a:custGeom>
              <a:avLst/>
              <a:gdLst/>
              <a:ahLst/>
              <a:rect l="l" t="t" r="r" b="b"/>
              <a:pathLst>
                <a:path w="910" h="506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4" name="Google Shape;1048;p6"/>
            <p:cNvSpPr/>
            <p:nvPr/>
          </p:nvSpPr>
          <p:spPr>
            <a:xfrm>
              <a:off x="910800" y="431640"/>
              <a:ext cx="46440" cy="69120"/>
            </a:xfrm>
            <a:custGeom>
              <a:avLst/>
              <a:gdLst/>
              <a:ahLst/>
              <a:rect l="l" t="t" r="r" b="b"/>
              <a:pathLst>
                <a:path w="708" h="1045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5" name="Google Shape;1049;p6"/>
            <p:cNvSpPr/>
            <p:nvPr/>
          </p:nvSpPr>
          <p:spPr>
            <a:xfrm>
              <a:off x="753840" y="96120"/>
              <a:ext cx="50760" cy="57600"/>
            </a:xfrm>
            <a:custGeom>
              <a:avLst/>
              <a:gdLst/>
              <a:ahLst/>
              <a:rect l="l" t="t" r="r" b="b"/>
              <a:pathLst>
                <a:path w="776" h="876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6" name="Google Shape;1050;p6"/>
            <p:cNvSpPr/>
            <p:nvPr/>
          </p:nvSpPr>
          <p:spPr>
            <a:xfrm>
              <a:off x="1033560" y="366840"/>
              <a:ext cx="147240" cy="162720"/>
            </a:xfrm>
            <a:custGeom>
              <a:avLst/>
              <a:gdLst/>
              <a:ahLst/>
              <a:rect l="l" t="t" r="r" b="b"/>
              <a:pathLst>
                <a:path w="2223" h="2459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7" name="Google Shape;1051;p6"/>
            <p:cNvSpPr/>
            <p:nvPr/>
          </p:nvSpPr>
          <p:spPr>
            <a:xfrm>
              <a:off x="805680" y="203760"/>
              <a:ext cx="19440" cy="154080"/>
            </a:xfrm>
            <a:custGeom>
              <a:avLst/>
              <a:gdLst/>
              <a:ahLst/>
              <a:rect l="l" t="t" r="r" b="b"/>
              <a:pathLst>
                <a:path w="304" h="2324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8" name="Google Shape;1052;p6"/>
            <p:cNvSpPr/>
            <p:nvPr/>
          </p:nvSpPr>
          <p:spPr>
            <a:xfrm>
              <a:off x="843480" y="369360"/>
              <a:ext cx="171720" cy="167400"/>
            </a:xfrm>
            <a:custGeom>
              <a:avLst/>
              <a:gdLst/>
              <a:ahLst/>
              <a:rect l="l" t="t" r="r" b="b"/>
              <a:pathLst>
                <a:path w="2594" h="2527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9" name="Google Shape;1053;p6"/>
            <p:cNvSpPr/>
            <p:nvPr/>
          </p:nvSpPr>
          <p:spPr>
            <a:xfrm>
              <a:off x="1288440" y="424800"/>
              <a:ext cx="50760" cy="46800"/>
            </a:xfrm>
            <a:custGeom>
              <a:avLst/>
              <a:gdLst/>
              <a:ahLst/>
              <a:rect l="l" t="t" r="r" b="b"/>
              <a:pathLst>
                <a:path w="775" h="708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0" name="Google Shape;1054;p6"/>
            <p:cNvSpPr/>
            <p:nvPr/>
          </p:nvSpPr>
          <p:spPr>
            <a:xfrm>
              <a:off x="1091520" y="424800"/>
              <a:ext cx="66960" cy="60120"/>
            </a:xfrm>
            <a:custGeom>
              <a:avLst/>
              <a:gdLst/>
              <a:ahLst/>
              <a:rect l="l" t="t" r="r" b="b"/>
              <a:pathLst>
                <a:path w="1011" h="91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1" name="Google Shape;1055;p6"/>
            <p:cNvSpPr/>
            <p:nvPr/>
          </p:nvSpPr>
          <p:spPr>
            <a:xfrm>
              <a:off x="1386720" y="594720"/>
              <a:ext cx="51120" cy="44280"/>
            </a:xfrm>
            <a:custGeom>
              <a:avLst/>
              <a:gdLst/>
              <a:ahLst/>
              <a:rect l="l" t="t" r="r" b="b"/>
              <a:pathLst>
                <a:path w="776" h="674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2" name="Google Shape;1056;p6"/>
            <p:cNvSpPr/>
            <p:nvPr/>
          </p:nvSpPr>
          <p:spPr>
            <a:xfrm>
              <a:off x="1216800" y="358200"/>
              <a:ext cx="172080" cy="160920"/>
            </a:xfrm>
            <a:custGeom>
              <a:avLst/>
              <a:gdLst/>
              <a:ahLst/>
              <a:rect l="l" t="t" r="r" b="b"/>
              <a:pathLst>
                <a:path w="2593" h="2425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1508760" y="830520"/>
            <a:ext cx="9173520" cy="776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2"/>
          <p:cNvSpPr>
            <a:spLocks noGrp="1"/>
          </p:cNvSpPr>
          <p:nvPr>
            <p:ph type="body"/>
          </p:nvPr>
        </p:nvSpPr>
        <p:spPr>
          <a:xfrm>
            <a:off x="150876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body"/>
          </p:nvPr>
        </p:nvSpPr>
        <p:spPr>
          <a:xfrm>
            <a:off x="6229440" y="1773000"/>
            <a:ext cx="4452480" cy="46414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PlaceHolder 4"/>
          <p:cNvSpPr>
            <a:spLocks noGrp="1"/>
          </p:cNvSpPr>
          <p:nvPr>
            <p:ph type="sldNum" idx="7"/>
          </p:nvPr>
        </p:nvSpPr>
        <p:spPr>
          <a:xfrm>
            <a:off x="11665080" y="0"/>
            <a:ext cx="525960" cy="42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f55d4b"/>
                </a:solidFill>
                <a:latin typeface="Amatic SC"/>
                <a:ea typeface="Amatic S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7AF9A8E-F0B7-42DE-8596-220EF4C8E48A}" type="slidenum">
              <a:rPr b="0" lang="en" sz="1200" spc="-1" strike="noStrike">
                <a:solidFill>
                  <a:srgbClr val="f55d4b"/>
                </a:solidFill>
                <a:latin typeface="Amatic SC"/>
                <a:ea typeface="Amatic SC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5a5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PlaceHolder 1"/>
          <p:cNvSpPr>
            <a:spLocks noGrp="1"/>
          </p:cNvSpPr>
          <p:nvPr>
            <p:ph type="sldNum" idx="8"/>
          </p:nvPr>
        </p:nvSpPr>
        <p:spPr>
          <a:xfrm>
            <a:off x="11665080" y="0"/>
            <a:ext cx="525960" cy="42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f55d4b"/>
                </a:solidFill>
                <a:latin typeface="Amatic SC"/>
                <a:ea typeface="Amatic S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38F198D-7702-411E-90A0-56714FB58092}" type="slidenum">
              <a:rPr b="0" lang="en" sz="1200" spc="-1" strike="noStrike">
                <a:solidFill>
                  <a:srgbClr val="f55d4b"/>
                </a:solidFill>
                <a:latin typeface="Amatic SC"/>
                <a:ea typeface="Amatic SC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864" name="Rectangle 5"/>
          <p:cNvSpPr/>
          <p:nvPr/>
        </p:nvSpPr>
        <p:spPr>
          <a:xfrm>
            <a:off x="274320" y="297360"/>
            <a:ext cx="456840" cy="50400"/>
          </a:xfrm>
          <a:prstGeom prst="rect">
            <a:avLst/>
          </a:prstGeom>
          <a:solidFill>
            <a:srgbClr val="c271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5" name="TextBox 4"/>
          <p:cNvSpPr/>
          <p:nvPr/>
        </p:nvSpPr>
        <p:spPr>
          <a:xfrm>
            <a:off x="914400" y="185184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5e0"/>
                </a:solidFill>
                <a:latin typeface="Calibri Light"/>
              </a:rPr>
              <a:t>Presentation Title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866" name="Rectangle 6"/>
          <p:cNvSpPr/>
          <p:nvPr/>
        </p:nvSpPr>
        <p:spPr>
          <a:xfrm>
            <a:off x="457200" y="5052240"/>
            <a:ext cx="11277000" cy="72720"/>
          </a:xfrm>
          <a:prstGeom prst="rect">
            <a:avLst/>
          </a:prstGeom>
          <a:gradFill rotWithShape="0">
            <a:gsLst>
              <a:gs pos="0">
                <a:srgbClr val="5983b0"/>
              </a:gs>
              <a:gs pos="100000">
                <a:srgbClr val="d99706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sldNum" idx="9"/>
          </p:nvPr>
        </p:nvSpPr>
        <p:spPr>
          <a:xfrm>
            <a:off x="11665080" y="0"/>
            <a:ext cx="525960" cy="42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f55d4b"/>
                </a:solidFill>
                <a:latin typeface="Amatic SC"/>
                <a:ea typeface="Amatic S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CCE9697-225D-4D47-97C7-5F64B08814BA}" type="slidenum">
              <a:rPr b="0" lang="en" sz="1200" spc="-1" strike="noStrike">
                <a:solidFill>
                  <a:srgbClr val="f55d4b"/>
                </a:solidFill>
                <a:latin typeface="Amatic SC"/>
                <a:ea typeface="Amatic SC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868" name="TextBox 5"/>
          <p:cNvSpPr/>
          <p:nvPr/>
        </p:nvSpPr>
        <p:spPr>
          <a:xfrm>
            <a:off x="731520" y="48888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c1c1c"/>
                </a:solidFill>
                <a:latin typeface="Calibri Light"/>
              </a:rPr>
              <a:t>Content Slide Title</a:t>
            </a:r>
            <a:endParaRPr b="0" lang="en-US" sz="2800" spc="-1" strike="noStrike">
              <a:solidFill>
                <a:srgbClr val="1c1c1c"/>
              </a:solidFill>
              <a:latin typeface="Arial"/>
            </a:endParaRPr>
          </a:p>
        </p:txBody>
      </p:sp>
      <p:sp>
        <p:nvSpPr>
          <p:cNvPr id="869" name="Rectangle 7"/>
          <p:cNvSpPr/>
          <p:nvPr/>
        </p:nvSpPr>
        <p:spPr>
          <a:xfrm>
            <a:off x="731520" y="1357560"/>
            <a:ext cx="1828440" cy="37800"/>
          </a:xfrm>
          <a:prstGeom prst="rect">
            <a:avLst/>
          </a:prstGeom>
          <a:solidFill>
            <a:srgbClr val="c271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0" name="TextBox 6"/>
          <p:cNvSpPr/>
          <p:nvPr/>
        </p:nvSpPr>
        <p:spPr>
          <a:xfrm>
            <a:off x="731520" y="158616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e8ddcc"/>
                </a:solidFill>
                <a:latin typeface="Calibri"/>
              </a:rPr>
              <a:t>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Sample point one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Key idea two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Styled bullets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Auto-fit sizing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1c1c1c"/>
                </a:solidFill>
                <a:latin typeface="Calibri"/>
              </a:rPr>
              <a:t>Gradient backgrounds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71" name="Rectangle 8"/>
          <p:cNvSpPr/>
          <p:nvPr/>
        </p:nvSpPr>
        <p:spPr>
          <a:xfrm>
            <a:off x="457200" y="6542280"/>
            <a:ext cx="11277000" cy="72720"/>
          </a:xfrm>
          <a:prstGeom prst="rect">
            <a:avLst/>
          </a:prstGeom>
          <a:gradFill rotWithShape="0">
            <a:gsLst>
              <a:gs pos="0">
                <a:srgbClr val="729fcf"/>
              </a:gs>
              <a:gs pos="100000">
                <a:srgbClr val="d99706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PlaceHolder 1"/>
          <p:cNvSpPr>
            <a:spLocks noGrp="1"/>
          </p:cNvSpPr>
          <p:nvPr>
            <p:ph type="sldNum" idx="10"/>
          </p:nvPr>
        </p:nvSpPr>
        <p:spPr>
          <a:xfrm>
            <a:off x="11665080" y="0"/>
            <a:ext cx="525960" cy="42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200" spc="-1" strike="noStrike">
                <a:solidFill>
                  <a:srgbClr val="f55d4b"/>
                </a:solidFill>
                <a:latin typeface="Amatic SC"/>
                <a:ea typeface="Amatic S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243C473-7EB7-45A7-B0F8-4F3D9AE26B3E}" type="slidenum">
              <a:rPr b="0" lang="en" sz="1200" spc="-1" strike="noStrike">
                <a:solidFill>
                  <a:srgbClr val="f55d4b"/>
                </a:solidFill>
                <a:latin typeface="Amatic SC"/>
                <a:ea typeface="Amatic SC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873" name="TextBox 7"/>
          <p:cNvSpPr/>
          <p:nvPr/>
        </p:nvSpPr>
        <p:spPr>
          <a:xfrm>
            <a:off x="914400" y="2286000"/>
            <a:ext cx="103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1c1c1c"/>
                </a:solidFill>
                <a:latin typeface="Calibri Light"/>
              </a:rPr>
              <a:t>Thank You</a:t>
            </a:r>
            <a:endParaRPr b="0" lang="en-US" sz="3600" spc="-1" strike="noStrike">
              <a:solidFill>
                <a:srgbClr val="1c1c1c"/>
              </a:solidFill>
              <a:latin typeface="Arial"/>
            </a:endParaRPr>
          </a:p>
        </p:txBody>
      </p:sp>
      <p:sp>
        <p:nvSpPr>
          <p:cNvPr id="874" name="TextBox 8"/>
          <p:cNvSpPr/>
          <p:nvPr/>
        </p:nvSpPr>
        <p:spPr>
          <a:xfrm>
            <a:off x="1828800" y="4114800"/>
            <a:ext cx="8503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0c070"/>
                </a:solidFill>
                <a:latin typeface="Calibri"/>
              </a:rPr>
              <a:t>Questions? Contact us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2026-03-20T11:12:50Z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