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FC7361-B29E-4EE1-8962-F98BFD946B4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267080" y="2545560"/>
            <a:ext cx="3324240" cy="40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CE4C59-C008-4EA0-8988-5D7E4784B3E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267080" y="2545560"/>
            <a:ext cx="3324240" cy="40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2C670B-7780-4B3A-9543-008CD14274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267080" y="2545560"/>
            <a:ext cx="1622160" cy="40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970600" y="2545560"/>
            <a:ext cx="1622160" cy="40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6B09A8-BCC6-4F1C-9D20-CCDD82C9E98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3D36A8-9C58-41DE-8EB4-7B7EEB4E88F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120" y="360"/>
            <a:ext cx="7314840" cy="1121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1D6B1A-C2BB-47DA-B75F-B12F13A1C84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267080" y="25455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970600" y="2545560"/>
            <a:ext cx="1622160" cy="40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267080" y="46461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9F391C-C9CE-49CC-AE68-AFC89D824F3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267080" y="2545560"/>
            <a:ext cx="1622160" cy="40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970600" y="25455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970600" y="46461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D24774-0224-4497-9772-7FBE5244D8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267080" y="25455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970600" y="25455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267080" y="4646160"/>
            <a:ext cx="332424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F84972-3544-40ED-AC04-B4499CEA759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267080" y="2545560"/>
            <a:ext cx="332424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267080" y="4646160"/>
            <a:ext cx="332424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4033F2-698F-4EA6-B520-2379F664707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267080" y="25455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970600" y="25455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267080" y="46461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970600" y="46461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BB2227-76DF-4CB0-A7F4-BC75BC98D2C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267080" y="2545560"/>
            <a:ext cx="107028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5391360" y="2545560"/>
            <a:ext cx="107028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515280" y="2545560"/>
            <a:ext cx="107028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267080" y="4646160"/>
            <a:ext cx="107028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5391360" y="4646160"/>
            <a:ext cx="107028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515280" y="4646160"/>
            <a:ext cx="107028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C88700-D4B4-4CBC-94FF-59B64CA2BD4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ubTitle"/>
          </p:nvPr>
        </p:nvSpPr>
        <p:spPr>
          <a:xfrm>
            <a:off x="4267080" y="2545560"/>
            <a:ext cx="3324240" cy="40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267080" y="2545560"/>
            <a:ext cx="3324240" cy="40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4267080" y="2545560"/>
            <a:ext cx="1622160" cy="40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5970600" y="2545560"/>
            <a:ext cx="1622160" cy="40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ubTitle"/>
          </p:nvPr>
        </p:nvSpPr>
        <p:spPr>
          <a:xfrm>
            <a:off x="609120" y="360"/>
            <a:ext cx="7314840" cy="1121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267080" y="25455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5970600" y="2545560"/>
            <a:ext cx="1622160" cy="40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4267080" y="46461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267080" y="2545560"/>
            <a:ext cx="1622160" cy="40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5970600" y="25455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5970600" y="46461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267080" y="25455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5970600" y="25455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4267080" y="4646160"/>
            <a:ext cx="332424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267080" y="2545560"/>
            <a:ext cx="332424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4267080" y="4646160"/>
            <a:ext cx="332424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267080" y="25455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5970600" y="25455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4267080" y="46461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/>
          </p:nvPr>
        </p:nvSpPr>
        <p:spPr>
          <a:xfrm>
            <a:off x="5970600" y="46461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267080" y="2545560"/>
            <a:ext cx="107028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/>
          </p:nvPr>
        </p:nvSpPr>
        <p:spPr>
          <a:xfrm>
            <a:off x="5391360" y="2545560"/>
            <a:ext cx="107028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/>
          </p:nvPr>
        </p:nvSpPr>
        <p:spPr>
          <a:xfrm>
            <a:off x="6515280" y="2545560"/>
            <a:ext cx="107028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/>
          </p:nvPr>
        </p:nvSpPr>
        <p:spPr>
          <a:xfrm>
            <a:off x="4267080" y="4646160"/>
            <a:ext cx="107028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6"/>
          <p:cNvSpPr>
            <a:spLocks noGrp="1"/>
          </p:cNvSpPr>
          <p:nvPr>
            <p:ph/>
          </p:nvPr>
        </p:nvSpPr>
        <p:spPr>
          <a:xfrm>
            <a:off x="5391360" y="4646160"/>
            <a:ext cx="107028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7"/>
          <p:cNvSpPr>
            <a:spLocks noGrp="1"/>
          </p:cNvSpPr>
          <p:nvPr>
            <p:ph/>
          </p:nvPr>
        </p:nvSpPr>
        <p:spPr>
          <a:xfrm>
            <a:off x="6515280" y="4646160"/>
            <a:ext cx="107028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81C934C-D5F5-40FD-94A4-DFBA5F3BD7BA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ubTitle"/>
          </p:nvPr>
        </p:nvSpPr>
        <p:spPr>
          <a:xfrm>
            <a:off x="4267080" y="2545560"/>
            <a:ext cx="3324240" cy="40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C7C7486-4A5E-4A21-B007-39F9D995B0D5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267080" y="2545560"/>
            <a:ext cx="3324240" cy="40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594DD3D-6B87-4905-B1AF-8AE41F088A96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267080" y="2545560"/>
            <a:ext cx="1622160" cy="40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5970600" y="2545560"/>
            <a:ext cx="1622160" cy="40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BF500D8-C91F-4F97-AAC8-9DB25E4C0520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082B6C6-7820-4E5B-815C-E986B9F22C9C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ubTitle"/>
          </p:nvPr>
        </p:nvSpPr>
        <p:spPr>
          <a:xfrm>
            <a:off x="609120" y="360"/>
            <a:ext cx="7314840" cy="1121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EEC3C87-12D8-4BD5-B75E-9DCE2253274B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267080" y="25455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5970600" y="2545560"/>
            <a:ext cx="1622160" cy="40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/>
          </p:nvPr>
        </p:nvSpPr>
        <p:spPr>
          <a:xfrm>
            <a:off x="4267080" y="46461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DF5C34B-2FED-4464-9DF0-78A6096B834C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4267080" y="2545560"/>
            <a:ext cx="1622160" cy="40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/>
          </p:nvPr>
        </p:nvSpPr>
        <p:spPr>
          <a:xfrm>
            <a:off x="5970600" y="25455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/>
          </p:nvPr>
        </p:nvSpPr>
        <p:spPr>
          <a:xfrm>
            <a:off x="5970600" y="46461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D09314D-75C7-4D80-94B5-77271E62F10B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267080" y="25455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5970600" y="25455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4267080" y="4646160"/>
            <a:ext cx="332424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14A21BC-D642-44FF-9AA0-A2181C7D0B5B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4267080" y="2545560"/>
            <a:ext cx="332424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/>
          </p:nvPr>
        </p:nvSpPr>
        <p:spPr>
          <a:xfrm>
            <a:off x="4267080" y="4646160"/>
            <a:ext cx="332424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1612698-9794-46E7-B94F-A26237CB189A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4267080" y="25455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5970600" y="25455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/>
          </p:nvPr>
        </p:nvSpPr>
        <p:spPr>
          <a:xfrm>
            <a:off x="4267080" y="46461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/>
          </p:nvPr>
        </p:nvSpPr>
        <p:spPr>
          <a:xfrm>
            <a:off x="5970600" y="46461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698EB78-7BE9-48C2-AB32-C51458481269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267080" y="2545560"/>
            <a:ext cx="107028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/>
          </p:nvPr>
        </p:nvSpPr>
        <p:spPr>
          <a:xfrm>
            <a:off x="5391360" y="2545560"/>
            <a:ext cx="107028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/>
          </p:nvPr>
        </p:nvSpPr>
        <p:spPr>
          <a:xfrm>
            <a:off x="6515280" y="2545560"/>
            <a:ext cx="107028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5"/>
          <p:cNvSpPr>
            <a:spLocks noGrp="1"/>
          </p:cNvSpPr>
          <p:nvPr>
            <p:ph/>
          </p:nvPr>
        </p:nvSpPr>
        <p:spPr>
          <a:xfrm>
            <a:off x="4267080" y="4646160"/>
            <a:ext cx="107028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6"/>
          <p:cNvSpPr>
            <a:spLocks noGrp="1"/>
          </p:cNvSpPr>
          <p:nvPr>
            <p:ph/>
          </p:nvPr>
        </p:nvSpPr>
        <p:spPr>
          <a:xfrm>
            <a:off x="5391360" y="4646160"/>
            <a:ext cx="107028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7"/>
          <p:cNvSpPr>
            <a:spLocks noGrp="1"/>
          </p:cNvSpPr>
          <p:nvPr>
            <p:ph/>
          </p:nvPr>
        </p:nvSpPr>
        <p:spPr>
          <a:xfrm>
            <a:off x="6515280" y="4646160"/>
            <a:ext cx="107028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34EBAA0-A80E-42A4-825B-2E5DF014BEF0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E0C2D29-97B6-496F-8214-AD17828854DE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subTitle"/>
          </p:nvPr>
        </p:nvSpPr>
        <p:spPr>
          <a:xfrm>
            <a:off x="4267080" y="2545560"/>
            <a:ext cx="3324240" cy="40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666F245-13A7-4233-BE93-A1738EAEBD24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4267080" y="2545560"/>
            <a:ext cx="3324240" cy="40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5C083D9-E077-4F63-8D78-8D950A921CDD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4267080" y="2545560"/>
            <a:ext cx="1622160" cy="40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/>
          </p:nvPr>
        </p:nvSpPr>
        <p:spPr>
          <a:xfrm>
            <a:off x="5970600" y="2545560"/>
            <a:ext cx="1622160" cy="40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2661D75-4E86-4F5C-B43D-326B10FEA3EB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1DC6683-DB7E-49A5-8B7A-F2D85F2143FD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ubTitle"/>
          </p:nvPr>
        </p:nvSpPr>
        <p:spPr>
          <a:xfrm>
            <a:off x="609120" y="360"/>
            <a:ext cx="7314840" cy="1121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605CD2E-D6B0-4A1E-A638-278E11D5FE8B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4267080" y="25455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5970600" y="2545560"/>
            <a:ext cx="1622160" cy="40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/>
          </p:nvPr>
        </p:nvSpPr>
        <p:spPr>
          <a:xfrm>
            <a:off x="4267080" y="46461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00184A5-AC3A-4D90-9B53-E37374CEF7F5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4267080" y="2545560"/>
            <a:ext cx="1622160" cy="40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5970600" y="25455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/>
          </p:nvPr>
        </p:nvSpPr>
        <p:spPr>
          <a:xfrm>
            <a:off x="5970600" y="46461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9F984B9-6057-4CB9-8A09-F6F9B0CE17C7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4267080" y="25455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/>
          </p:nvPr>
        </p:nvSpPr>
        <p:spPr>
          <a:xfrm>
            <a:off x="5970600" y="25455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/>
          </p:nvPr>
        </p:nvSpPr>
        <p:spPr>
          <a:xfrm>
            <a:off x="4267080" y="4646160"/>
            <a:ext cx="332424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B93E935-CFCD-4039-A12C-A59010D6B962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4267080" y="2545560"/>
            <a:ext cx="332424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/>
          </p:nvPr>
        </p:nvSpPr>
        <p:spPr>
          <a:xfrm>
            <a:off x="4267080" y="4646160"/>
            <a:ext cx="332424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7FDA867-C375-4CC3-9B70-A552DE85E4A4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4267080" y="25455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/>
          </p:nvPr>
        </p:nvSpPr>
        <p:spPr>
          <a:xfrm>
            <a:off x="5970600" y="25455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4"/>
          <p:cNvSpPr>
            <a:spLocks noGrp="1"/>
          </p:cNvSpPr>
          <p:nvPr>
            <p:ph/>
          </p:nvPr>
        </p:nvSpPr>
        <p:spPr>
          <a:xfrm>
            <a:off x="4267080" y="46461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5"/>
          <p:cNvSpPr>
            <a:spLocks noGrp="1"/>
          </p:cNvSpPr>
          <p:nvPr>
            <p:ph/>
          </p:nvPr>
        </p:nvSpPr>
        <p:spPr>
          <a:xfrm>
            <a:off x="5970600" y="4646160"/>
            <a:ext cx="162216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D83B63B-A37A-40CB-8512-25F899393DF8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4267080" y="2545560"/>
            <a:ext cx="107028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/>
          </p:nvPr>
        </p:nvSpPr>
        <p:spPr>
          <a:xfrm>
            <a:off x="5391360" y="2545560"/>
            <a:ext cx="107028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/>
          </p:nvPr>
        </p:nvSpPr>
        <p:spPr>
          <a:xfrm>
            <a:off x="6515280" y="2545560"/>
            <a:ext cx="107028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5"/>
          <p:cNvSpPr>
            <a:spLocks noGrp="1"/>
          </p:cNvSpPr>
          <p:nvPr>
            <p:ph/>
          </p:nvPr>
        </p:nvSpPr>
        <p:spPr>
          <a:xfrm>
            <a:off x="4267080" y="4646160"/>
            <a:ext cx="107028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6"/>
          <p:cNvSpPr>
            <a:spLocks noGrp="1"/>
          </p:cNvSpPr>
          <p:nvPr>
            <p:ph/>
          </p:nvPr>
        </p:nvSpPr>
        <p:spPr>
          <a:xfrm>
            <a:off x="5391360" y="4646160"/>
            <a:ext cx="107028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7"/>
          <p:cNvSpPr>
            <a:spLocks noGrp="1"/>
          </p:cNvSpPr>
          <p:nvPr>
            <p:ph/>
          </p:nvPr>
        </p:nvSpPr>
        <p:spPr>
          <a:xfrm>
            <a:off x="6515280" y="4646160"/>
            <a:ext cx="1070280" cy="191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531C2FE-20BB-4DA7-9F09-E33E3493D511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F5E0E82-2902-40A1-B1CF-35863FE6FD07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outline text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Outline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Outlin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ve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nt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h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utl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in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Le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2ca388"/>
            </a:gs>
            <a:gs pos="100000">
              <a:srgbClr val="a6d683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10;p2"/>
          <p:cNvGrpSpPr/>
          <p:nvPr/>
        </p:nvGrpSpPr>
        <p:grpSpPr>
          <a:xfrm>
            <a:off x="0" y="-360"/>
            <a:ext cx="12191400" cy="6856560"/>
            <a:chOff x="0" y="-360"/>
            <a:chExt cx="12191400" cy="6856560"/>
          </a:xfrm>
        </p:grpSpPr>
        <p:sp>
          <p:nvSpPr>
            <p:cNvPr id="42" name="Google Shape;11;p2"/>
            <p:cNvSpPr/>
            <p:nvPr/>
          </p:nvSpPr>
          <p:spPr>
            <a:xfrm>
              <a:off x="0" y="4145040"/>
              <a:ext cx="12191400" cy="2711160"/>
            </a:xfrm>
            <a:custGeom>
              <a:avLst/>
              <a:gdLst/>
              <a:ahLst/>
              <a:rect l="l" t="t" r="r" b="b"/>
              <a:pathLst>
                <a:path w="2856819" h="635496">
                  <a:moveTo>
                    <a:pt x="0" y="636040"/>
                  </a:moveTo>
                  <a:lnTo>
                    <a:pt x="2856819" y="636040"/>
                  </a:lnTo>
                  <a:lnTo>
                    <a:pt x="2856819" y="0"/>
                  </a:lnTo>
                  <a:lnTo>
                    <a:pt x="0" y="503857"/>
                  </a:lnTo>
                  <a:lnTo>
                    <a:pt x="0" y="63604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" name="Google Shape;12;p2"/>
            <p:cNvSpPr/>
            <p:nvPr/>
          </p:nvSpPr>
          <p:spPr>
            <a:xfrm>
              <a:off x="0" y="3486960"/>
              <a:ext cx="2742840" cy="1644480"/>
            </a:xfrm>
            <a:custGeom>
              <a:avLst/>
              <a:gdLst/>
              <a:ahLst/>
              <a:rect l="l" t="t" r="r" b="b"/>
              <a:pathLst>
                <a:path w="642784" h="385464">
                  <a:moveTo>
                    <a:pt x="0" y="113368"/>
                  </a:moveTo>
                  <a:lnTo>
                    <a:pt x="0" y="385724"/>
                  </a:lnTo>
                  <a:lnTo>
                    <a:pt x="642784" y="272355"/>
                  </a:lnTo>
                  <a:lnTo>
                    <a:pt x="642784" y="0"/>
                  </a:lnTo>
                  <a:lnTo>
                    <a:pt x="0" y="113368"/>
                  </a:lnTo>
                  <a:close/>
                </a:path>
              </a:pathLst>
            </a:custGeom>
            <a:gradFill rotWithShape="0">
              <a:gsLst>
                <a:gs pos="0">
                  <a:srgbClr val="00001a">
                    <a:alpha val="8235"/>
                  </a:srgbClr>
                </a:gs>
                <a:gs pos="100000">
                  <a:srgbClr val="00001a">
                    <a:alpha val="2352"/>
                  </a:srgbClr>
                </a:gs>
              </a:gsLst>
              <a:lin ang="5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" name="Google Shape;13;p2"/>
            <p:cNvSpPr/>
            <p:nvPr/>
          </p:nvSpPr>
          <p:spPr>
            <a:xfrm>
              <a:off x="1727280" y="-360"/>
              <a:ext cx="7599960" cy="1339920"/>
            </a:xfrm>
            <a:custGeom>
              <a:avLst/>
              <a:gdLst/>
              <a:ahLst/>
              <a:rect l="l" t="t" r="r" b="b"/>
              <a:pathLst>
                <a:path w="1781048" h="314027">
                  <a:moveTo>
                    <a:pt x="238155" y="0"/>
                  </a:moveTo>
                  <a:lnTo>
                    <a:pt x="0" y="42004"/>
                  </a:lnTo>
                  <a:lnTo>
                    <a:pt x="0" y="314359"/>
                  </a:lnTo>
                  <a:lnTo>
                    <a:pt x="1782389" y="0"/>
                  </a:lnTo>
                  <a:lnTo>
                    <a:pt x="238155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1a">
                    <a:alpha val="8235"/>
                  </a:srgbClr>
                </a:gs>
                <a:gs pos="100000">
                  <a:srgbClr val="00001a">
                    <a:alpha val="2352"/>
                  </a:srgbClr>
                </a:gs>
              </a:gsLst>
              <a:lin ang="5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" name="Google Shape;14;p2"/>
            <p:cNvSpPr/>
            <p:nvPr/>
          </p:nvSpPr>
          <p:spPr>
            <a:xfrm>
              <a:off x="7752960" y="658440"/>
              <a:ext cx="4438080" cy="1942920"/>
            </a:xfrm>
            <a:custGeom>
              <a:avLst/>
              <a:gdLst/>
              <a:ahLst/>
              <a:rect l="l" t="t" r="r" b="b"/>
              <a:pathLst>
                <a:path w="1040060" h="455414">
                  <a:moveTo>
                    <a:pt x="1040061" y="0"/>
                  </a:moveTo>
                  <a:lnTo>
                    <a:pt x="0" y="184194"/>
                  </a:lnTo>
                  <a:lnTo>
                    <a:pt x="0" y="456550"/>
                  </a:lnTo>
                  <a:lnTo>
                    <a:pt x="1040061" y="272355"/>
                  </a:lnTo>
                  <a:lnTo>
                    <a:pt x="1040061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1a">
                    <a:alpha val="2352"/>
                  </a:srgbClr>
                </a:gs>
                <a:gs pos="100000">
                  <a:srgbClr val="00001a">
                    <a:alpha val="8235"/>
                  </a:srgbClr>
                </a:gs>
              </a:gsLst>
              <a:lin ang="5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" name="Google Shape;15;p2"/>
            <p:cNvSpPr/>
            <p:nvPr/>
          </p:nvSpPr>
          <p:spPr>
            <a:xfrm>
              <a:off x="0" y="4322160"/>
              <a:ext cx="4596840" cy="1968120"/>
            </a:xfrm>
            <a:custGeom>
              <a:avLst/>
              <a:gdLst/>
              <a:ahLst/>
              <a:rect l="l" t="t" r="r" b="b"/>
              <a:pathLst>
                <a:path w="1077258" h="461367">
                  <a:moveTo>
                    <a:pt x="0" y="189996"/>
                  </a:moveTo>
                  <a:lnTo>
                    <a:pt x="0" y="462351"/>
                  </a:lnTo>
                  <a:lnTo>
                    <a:pt x="1077259" y="272355"/>
                  </a:lnTo>
                  <a:lnTo>
                    <a:pt x="1077259" y="0"/>
                  </a:lnTo>
                  <a:lnTo>
                    <a:pt x="0" y="189996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12156"/>
                  </a:srgbClr>
                </a:gs>
                <a:gs pos="100000">
                  <a:srgbClr val="ffffff">
                    <a:alpha val="5098"/>
                  </a:srgbClr>
                </a:gs>
              </a:gsLst>
              <a:lin ang="5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" name="Google Shape;16;p2"/>
            <p:cNvSpPr/>
            <p:nvPr/>
          </p:nvSpPr>
          <p:spPr>
            <a:xfrm>
              <a:off x="10915200" y="2982960"/>
              <a:ext cx="1275840" cy="1384200"/>
            </a:xfrm>
            <a:custGeom>
              <a:avLst/>
              <a:gdLst/>
              <a:ahLst/>
              <a:rect l="l" t="t" r="r" b="b"/>
              <a:pathLst>
                <a:path w="299073" h="324445">
                  <a:moveTo>
                    <a:pt x="299073" y="0"/>
                  </a:moveTo>
                  <a:lnTo>
                    <a:pt x="0" y="52748"/>
                  </a:lnTo>
                  <a:lnTo>
                    <a:pt x="0" y="325103"/>
                  </a:lnTo>
                  <a:lnTo>
                    <a:pt x="299073" y="272355"/>
                  </a:lnTo>
                  <a:lnTo>
                    <a:pt x="299073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1a">
                    <a:alpha val="8235"/>
                  </a:srgbClr>
                </a:gs>
                <a:gs pos="100000">
                  <a:srgbClr val="00001a">
                    <a:alpha val="2352"/>
                  </a:srgbClr>
                </a:gs>
              </a:gsLst>
              <a:lin ang="5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" name="Google Shape;17;p2"/>
            <p:cNvSpPr/>
            <p:nvPr/>
          </p:nvSpPr>
          <p:spPr>
            <a:xfrm>
              <a:off x="2730240" y="744840"/>
              <a:ext cx="2380680" cy="1580760"/>
            </a:xfrm>
            <a:custGeom>
              <a:avLst/>
              <a:gdLst/>
              <a:ahLst/>
              <a:rect l="l" t="t" r="r" b="b"/>
              <a:pathLst>
                <a:path w="557972" h="370582">
                  <a:moveTo>
                    <a:pt x="0" y="98410"/>
                  </a:moveTo>
                  <a:lnTo>
                    <a:pt x="0" y="370765"/>
                  </a:lnTo>
                  <a:lnTo>
                    <a:pt x="557973" y="272355"/>
                  </a:lnTo>
                  <a:lnTo>
                    <a:pt x="557973" y="0"/>
                  </a:lnTo>
                  <a:lnTo>
                    <a:pt x="0" y="98410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5098"/>
                  </a:srgbClr>
                </a:gs>
                <a:gs pos="100000">
                  <a:srgbClr val="ffffff">
                    <a:alpha val="12156"/>
                  </a:srgbClr>
                </a:gs>
              </a:gsLst>
              <a:lin ang="5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" name="Google Shape;18;p2"/>
            <p:cNvSpPr/>
            <p:nvPr/>
          </p:nvSpPr>
          <p:spPr>
            <a:xfrm>
              <a:off x="11365920" y="1820160"/>
              <a:ext cx="825120" cy="1301760"/>
            </a:xfrm>
            <a:custGeom>
              <a:avLst/>
              <a:gdLst/>
              <a:ahLst/>
              <a:rect l="l" t="t" r="r" b="b"/>
              <a:pathLst>
                <a:path w="193430" h="305097">
                  <a:moveTo>
                    <a:pt x="193430" y="0"/>
                  </a:moveTo>
                  <a:lnTo>
                    <a:pt x="0" y="34116"/>
                  </a:lnTo>
                  <a:lnTo>
                    <a:pt x="0" y="306471"/>
                  </a:lnTo>
                  <a:lnTo>
                    <a:pt x="193430" y="272355"/>
                  </a:lnTo>
                  <a:lnTo>
                    <a:pt x="19343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12156"/>
                  </a:srgbClr>
                </a:gs>
                <a:gs pos="100000">
                  <a:srgbClr val="ffffff">
                    <a:alpha val="5098"/>
                  </a:srgbClr>
                </a:gs>
              </a:gsLst>
              <a:lin ang="5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120" y="1065600"/>
            <a:ext cx="7314840" cy="4241880"/>
          </a:xfrm>
          <a:prstGeom prst="rect">
            <a:avLst/>
          </a:prstGeom>
          <a:noFill/>
          <a:ln w="0">
            <a:noFill/>
          </a:ln>
          <a:effectLst>
            <a:outerShdw dist="9360" dir="5400000" blurRad="28440" rotWithShape="0">
              <a:srgbClr val="00001a">
                <a:alpha val="15000"/>
              </a:srgbClr>
            </a:outerShdw>
          </a:effectLst>
        </p:spPr>
        <p:txBody>
          <a:bodyPr lIns="0" rIns="0" tIns="0" bIns="0" anchor="t">
            <a:noAutofit/>
          </a:bodyPr>
          <a:p>
            <a:r>
              <a:rPr b="0" lang="en-US" sz="5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Click to edit the outline </a:t>
            </a: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text format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Fourth Outline </a:t>
            </a: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Fifth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Sixt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h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Outli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ne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Lev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nt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h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ut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li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2ca388"/>
            </a:gs>
            <a:gs pos="100000">
              <a:srgbClr val="a6d683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72;p7"/>
          <p:cNvGrpSpPr/>
          <p:nvPr/>
        </p:nvGrpSpPr>
        <p:grpSpPr>
          <a:xfrm>
            <a:off x="0" y="0"/>
            <a:ext cx="12191400" cy="6856560"/>
            <a:chOff x="0" y="0"/>
            <a:chExt cx="12191400" cy="6856560"/>
          </a:xfrm>
        </p:grpSpPr>
        <p:sp>
          <p:nvSpPr>
            <p:cNvPr id="89" name="Google Shape;73;p7"/>
            <p:cNvSpPr/>
            <p:nvPr/>
          </p:nvSpPr>
          <p:spPr>
            <a:xfrm>
              <a:off x="0" y="715680"/>
              <a:ext cx="12191400" cy="6140880"/>
            </a:xfrm>
            <a:custGeom>
              <a:avLst/>
              <a:gdLst/>
              <a:ahLst/>
              <a:rect l="l" t="t" r="r" b="b"/>
              <a:pathLst>
                <a:path w="2856819" h="1439167">
                  <a:moveTo>
                    <a:pt x="0" y="1439576"/>
                  </a:moveTo>
                  <a:lnTo>
                    <a:pt x="2856819" y="1439576"/>
                  </a:lnTo>
                  <a:lnTo>
                    <a:pt x="2856819" y="0"/>
                  </a:lnTo>
                  <a:lnTo>
                    <a:pt x="0" y="503855"/>
                  </a:lnTo>
                  <a:lnTo>
                    <a:pt x="0" y="143957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0" name="Google Shape;74;p7"/>
            <p:cNvSpPr/>
            <p:nvPr/>
          </p:nvSpPr>
          <p:spPr>
            <a:xfrm>
              <a:off x="2971800" y="0"/>
              <a:ext cx="5136480" cy="901440"/>
            </a:xfrm>
            <a:custGeom>
              <a:avLst/>
              <a:gdLst/>
              <a:ahLst/>
              <a:rect l="l" t="t" r="r" b="b"/>
              <a:pathLst>
                <a:path w="1203732" h="211335">
                  <a:moveTo>
                    <a:pt x="251070" y="0"/>
                  </a:moveTo>
                  <a:lnTo>
                    <a:pt x="0" y="44281"/>
                  </a:lnTo>
                  <a:lnTo>
                    <a:pt x="0" y="212457"/>
                  </a:lnTo>
                  <a:lnTo>
                    <a:pt x="1204612" y="0"/>
                  </a:lnTo>
                  <a:lnTo>
                    <a:pt x="25107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12156"/>
                  </a:srgbClr>
                </a:gs>
                <a:gs pos="100000">
                  <a:srgbClr val="ffffff">
                    <a:alpha val="5098"/>
                  </a:srgbClr>
                </a:gs>
              </a:gsLst>
              <a:lin ang="5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" name="Google Shape;75;p7"/>
            <p:cNvSpPr/>
            <p:nvPr/>
          </p:nvSpPr>
          <p:spPr>
            <a:xfrm>
              <a:off x="0" y="524520"/>
              <a:ext cx="1066320" cy="901440"/>
            </a:xfrm>
            <a:custGeom>
              <a:avLst/>
              <a:gdLst/>
              <a:ahLst/>
              <a:rect l="l" t="t" r="r" b="b"/>
              <a:pathLst>
                <a:path w="249971" h="211335">
                  <a:moveTo>
                    <a:pt x="0" y="44087"/>
                  </a:moveTo>
                  <a:lnTo>
                    <a:pt x="0" y="212263"/>
                  </a:lnTo>
                  <a:lnTo>
                    <a:pt x="249972" y="168176"/>
                  </a:lnTo>
                  <a:lnTo>
                    <a:pt x="249972" y="0"/>
                  </a:lnTo>
                  <a:lnTo>
                    <a:pt x="0" y="44087"/>
                  </a:lnTo>
                  <a:close/>
                </a:path>
              </a:pathLst>
            </a:custGeom>
            <a:gradFill rotWithShape="0">
              <a:gsLst>
                <a:gs pos="0">
                  <a:srgbClr val="00001a">
                    <a:alpha val="8235"/>
                  </a:srgbClr>
                </a:gs>
                <a:gs pos="100000">
                  <a:srgbClr val="00001a">
                    <a:alpha val="2352"/>
                  </a:srgbClr>
                </a:gs>
              </a:gsLst>
              <a:lin ang="5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" name="Google Shape;76;p7"/>
            <p:cNvSpPr/>
            <p:nvPr/>
          </p:nvSpPr>
          <p:spPr>
            <a:xfrm>
              <a:off x="0" y="1702440"/>
              <a:ext cx="2526840" cy="1161720"/>
            </a:xfrm>
            <a:custGeom>
              <a:avLst/>
              <a:gdLst/>
              <a:ahLst/>
              <a:rect l="l" t="t" r="r" b="b"/>
              <a:pathLst>
                <a:path w="592194" h="272355">
                  <a:moveTo>
                    <a:pt x="0" y="104445"/>
                  </a:moveTo>
                  <a:lnTo>
                    <a:pt x="0" y="272620"/>
                  </a:lnTo>
                  <a:lnTo>
                    <a:pt x="592195" y="168176"/>
                  </a:lnTo>
                  <a:lnTo>
                    <a:pt x="592195" y="0"/>
                  </a:lnTo>
                  <a:lnTo>
                    <a:pt x="0" y="104445"/>
                  </a:lnTo>
                  <a:close/>
                </a:path>
              </a:pathLst>
            </a:custGeom>
            <a:gradFill rotWithShape="0">
              <a:gsLst>
                <a:gs pos="0">
                  <a:srgbClr val="00001a">
                    <a:alpha val="2352"/>
                  </a:srgbClr>
                </a:gs>
                <a:gs pos="100000">
                  <a:srgbClr val="00001a">
                    <a:alpha val="8235"/>
                  </a:srgbClr>
                </a:gs>
              </a:gsLst>
              <a:lin ang="5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" name="Google Shape;77;p7"/>
            <p:cNvSpPr/>
            <p:nvPr/>
          </p:nvSpPr>
          <p:spPr>
            <a:xfrm>
              <a:off x="10553040" y="0"/>
              <a:ext cx="1638000" cy="1003320"/>
            </a:xfrm>
            <a:custGeom>
              <a:avLst/>
              <a:gdLst/>
              <a:ahLst/>
              <a:rect l="l" t="t" r="r" b="b"/>
              <a:pathLst>
                <a:path w="383885" h="235148">
                  <a:moveTo>
                    <a:pt x="383885" y="0"/>
                  </a:moveTo>
                  <a:lnTo>
                    <a:pt x="381571" y="0"/>
                  </a:lnTo>
                  <a:lnTo>
                    <a:pt x="0" y="67297"/>
                  </a:lnTo>
                  <a:lnTo>
                    <a:pt x="0" y="235473"/>
                  </a:lnTo>
                  <a:lnTo>
                    <a:pt x="383885" y="167768"/>
                  </a:lnTo>
                  <a:lnTo>
                    <a:pt x="383885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1a">
                    <a:alpha val="8235"/>
                  </a:srgbClr>
                </a:gs>
                <a:gs pos="100000">
                  <a:srgbClr val="00001a">
                    <a:alpha val="2352"/>
                  </a:srgbClr>
                </a:gs>
              </a:gsLst>
              <a:lin ang="5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" name="Google Shape;78;p7"/>
            <p:cNvSpPr/>
            <p:nvPr/>
          </p:nvSpPr>
          <p:spPr>
            <a:xfrm>
              <a:off x="0" y="800280"/>
              <a:ext cx="3574440" cy="1345680"/>
            </a:xfrm>
            <a:custGeom>
              <a:avLst/>
              <a:gdLst/>
              <a:ahLst/>
              <a:rect l="l" t="t" r="r" b="b"/>
              <a:pathLst>
                <a:path w="837702" h="315515">
                  <a:moveTo>
                    <a:pt x="0" y="147745"/>
                  </a:moveTo>
                  <a:lnTo>
                    <a:pt x="0" y="315920"/>
                  </a:lnTo>
                  <a:lnTo>
                    <a:pt x="837703" y="168176"/>
                  </a:lnTo>
                  <a:lnTo>
                    <a:pt x="837703" y="0"/>
                  </a:lnTo>
                  <a:lnTo>
                    <a:pt x="0" y="147745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12156"/>
                  </a:srgbClr>
                </a:gs>
                <a:gs pos="100000">
                  <a:srgbClr val="ffffff">
                    <a:alpha val="5098"/>
                  </a:srgbClr>
                </a:gs>
              </a:gsLst>
              <a:lin ang="5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  <a:effectLst>
            <a:outerShdw dist="9360" dir="5400000" blurRad="28440" rotWithShape="0">
              <a:srgbClr val="00001a">
                <a:alpha val="15000"/>
              </a:srgbClr>
            </a:outerShdw>
          </a:effectLst>
        </p:spPr>
        <p:txBody>
          <a:bodyPr lIns="0" rIns="0" tIns="0" bIns="0" anchor="ctr">
            <a:noAutofit/>
          </a:bodyPr>
          <a:p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4267080" y="2545560"/>
            <a:ext cx="3324240" cy="40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Ou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tlin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8256960" y="2545560"/>
            <a:ext cx="3324240" cy="40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sldNum" idx="4"/>
          </p:nvPr>
        </p:nvSpPr>
        <p:spPr>
          <a:xfrm>
            <a:off x="345240" y="6231960"/>
            <a:ext cx="641880" cy="32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9eb3c2"/>
                </a:solidFill>
                <a:latin typeface="Chivo"/>
                <a:ea typeface="Chivo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37B1AAA6-4667-44C3-AF31-1749B52D200B}" type="slidenum">
              <a:rPr b="0" lang="en" sz="1200" spc="-1" strike="noStrike">
                <a:solidFill>
                  <a:srgbClr val="9eb3c2"/>
                </a:solidFill>
                <a:latin typeface="Chivo"/>
                <a:ea typeface="Chivo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2ca388"/>
            </a:gs>
            <a:gs pos="100000">
              <a:srgbClr val="a6d683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72;p7"/>
          <p:cNvGrpSpPr/>
          <p:nvPr/>
        </p:nvGrpSpPr>
        <p:grpSpPr>
          <a:xfrm>
            <a:off x="0" y="0"/>
            <a:ext cx="12191400" cy="6856560"/>
            <a:chOff x="0" y="0"/>
            <a:chExt cx="12191400" cy="6856560"/>
          </a:xfrm>
        </p:grpSpPr>
        <p:sp>
          <p:nvSpPr>
            <p:cNvPr id="136" name="Google Shape;73;p7"/>
            <p:cNvSpPr/>
            <p:nvPr/>
          </p:nvSpPr>
          <p:spPr>
            <a:xfrm>
              <a:off x="0" y="715680"/>
              <a:ext cx="12191400" cy="6140880"/>
            </a:xfrm>
            <a:custGeom>
              <a:avLst/>
              <a:gdLst/>
              <a:ahLst/>
              <a:rect l="l" t="t" r="r" b="b"/>
              <a:pathLst>
                <a:path w="2856819" h="1439167">
                  <a:moveTo>
                    <a:pt x="0" y="1439576"/>
                  </a:moveTo>
                  <a:lnTo>
                    <a:pt x="2856819" y="1439576"/>
                  </a:lnTo>
                  <a:lnTo>
                    <a:pt x="2856819" y="0"/>
                  </a:lnTo>
                  <a:lnTo>
                    <a:pt x="0" y="503855"/>
                  </a:lnTo>
                  <a:lnTo>
                    <a:pt x="0" y="143957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7" name="Google Shape;74;p7"/>
            <p:cNvSpPr/>
            <p:nvPr/>
          </p:nvSpPr>
          <p:spPr>
            <a:xfrm>
              <a:off x="2971800" y="0"/>
              <a:ext cx="5136480" cy="901440"/>
            </a:xfrm>
            <a:custGeom>
              <a:avLst/>
              <a:gdLst/>
              <a:ahLst/>
              <a:rect l="l" t="t" r="r" b="b"/>
              <a:pathLst>
                <a:path w="1203732" h="211335">
                  <a:moveTo>
                    <a:pt x="251070" y="0"/>
                  </a:moveTo>
                  <a:lnTo>
                    <a:pt x="0" y="44281"/>
                  </a:lnTo>
                  <a:lnTo>
                    <a:pt x="0" y="212457"/>
                  </a:lnTo>
                  <a:lnTo>
                    <a:pt x="1204612" y="0"/>
                  </a:lnTo>
                  <a:lnTo>
                    <a:pt x="25107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12156"/>
                  </a:srgbClr>
                </a:gs>
                <a:gs pos="100000">
                  <a:srgbClr val="ffffff">
                    <a:alpha val="5098"/>
                  </a:srgbClr>
                </a:gs>
              </a:gsLst>
              <a:lin ang="5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8" name="Google Shape;75;p7"/>
            <p:cNvSpPr/>
            <p:nvPr/>
          </p:nvSpPr>
          <p:spPr>
            <a:xfrm>
              <a:off x="0" y="524520"/>
              <a:ext cx="1066320" cy="901440"/>
            </a:xfrm>
            <a:custGeom>
              <a:avLst/>
              <a:gdLst/>
              <a:ahLst/>
              <a:rect l="l" t="t" r="r" b="b"/>
              <a:pathLst>
                <a:path w="249971" h="211335">
                  <a:moveTo>
                    <a:pt x="0" y="44087"/>
                  </a:moveTo>
                  <a:lnTo>
                    <a:pt x="0" y="212263"/>
                  </a:lnTo>
                  <a:lnTo>
                    <a:pt x="249972" y="168176"/>
                  </a:lnTo>
                  <a:lnTo>
                    <a:pt x="249972" y="0"/>
                  </a:lnTo>
                  <a:lnTo>
                    <a:pt x="0" y="44087"/>
                  </a:lnTo>
                  <a:close/>
                </a:path>
              </a:pathLst>
            </a:custGeom>
            <a:gradFill rotWithShape="0">
              <a:gsLst>
                <a:gs pos="0">
                  <a:srgbClr val="00001a">
                    <a:alpha val="8235"/>
                  </a:srgbClr>
                </a:gs>
                <a:gs pos="100000">
                  <a:srgbClr val="00001a">
                    <a:alpha val="2352"/>
                  </a:srgbClr>
                </a:gs>
              </a:gsLst>
              <a:lin ang="5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9" name="Google Shape;76;p7"/>
            <p:cNvSpPr/>
            <p:nvPr/>
          </p:nvSpPr>
          <p:spPr>
            <a:xfrm>
              <a:off x="0" y="1702440"/>
              <a:ext cx="2526840" cy="1161720"/>
            </a:xfrm>
            <a:custGeom>
              <a:avLst/>
              <a:gdLst/>
              <a:ahLst/>
              <a:rect l="l" t="t" r="r" b="b"/>
              <a:pathLst>
                <a:path w="592194" h="272355">
                  <a:moveTo>
                    <a:pt x="0" y="104445"/>
                  </a:moveTo>
                  <a:lnTo>
                    <a:pt x="0" y="272620"/>
                  </a:lnTo>
                  <a:lnTo>
                    <a:pt x="592195" y="168176"/>
                  </a:lnTo>
                  <a:lnTo>
                    <a:pt x="592195" y="0"/>
                  </a:lnTo>
                  <a:lnTo>
                    <a:pt x="0" y="104445"/>
                  </a:lnTo>
                  <a:close/>
                </a:path>
              </a:pathLst>
            </a:custGeom>
            <a:gradFill rotWithShape="0">
              <a:gsLst>
                <a:gs pos="0">
                  <a:srgbClr val="00001a">
                    <a:alpha val="2352"/>
                  </a:srgbClr>
                </a:gs>
                <a:gs pos="100000">
                  <a:srgbClr val="00001a">
                    <a:alpha val="8235"/>
                  </a:srgbClr>
                </a:gs>
              </a:gsLst>
              <a:lin ang="5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0" name="Google Shape;77;p7"/>
            <p:cNvSpPr/>
            <p:nvPr/>
          </p:nvSpPr>
          <p:spPr>
            <a:xfrm>
              <a:off x="10553040" y="0"/>
              <a:ext cx="1638000" cy="1003320"/>
            </a:xfrm>
            <a:custGeom>
              <a:avLst/>
              <a:gdLst/>
              <a:ahLst/>
              <a:rect l="l" t="t" r="r" b="b"/>
              <a:pathLst>
                <a:path w="383885" h="235148">
                  <a:moveTo>
                    <a:pt x="383885" y="0"/>
                  </a:moveTo>
                  <a:lnTo>
                    <a:pt x="381571" y="0"/>
                  </a:lnTo>
                  <a:lnTo>
                    <a:pt x="0" y="67297"/>
                  </a:lnTo>
                  <a:lnTo>
                    <a:pt x="0" y="235473"/>
                  </a:lnTo>
                  <a:lnTo>
                    <a:pt x="383885" y="167768"/>
                  </a:lnTo>
                  <a:lnTo>
                    <a:pt x="383885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1a">
                    <a:alpha val="8235"/>
                  </a:srgbClr>
                </a:gs>
                <a:gs pos="100000">
                  <a:srgbClr val="00001a">
                    <a:alpha val="2352"/>
                  </a:srgbClr>
                </a:gs>
              </a:gsLst>
              <a:lin ang="5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1" name="Google Shape;78;p7"/>
            <p:cNvSpPr/>
            <p:nvPr/>
          </p:nvSpPr>
          <p:spPr>
            <a:xfrm>
              <a:off x="0" y="800280"/>
              <a:ext cx="3574440" cy="1345680"/>
            </a:xfrm>
            <a:custGeom>
              <a:avLst/>
              <a:gdLst/>
              <a:ahLst/>
              <a:rect l="l" t="t" r="r" b="b"/>
              <a:pathLst>
                <a:path w="837702" h="315515">
                  <a:moveTo>
                    <a:pt x="0" y="147745"/>
                  </a:moveTo>
                  <a:lnTo>
                    <a:pt x="0" y="315920"/>
                  </a:lnTo>
                  <a:lnTo>
                    <a:pt x="837703" y="168176"/>
                  </a:lnTo>
                  <a:lnTo>
                    <a:pt x="837703" y="0"/>
                  </a:lnTo>
                  <a:lnTo>
                    <a:pt x="0" y="147745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12156"/>
                  </a:srgbClr>
                </a:gs>
                <a:gs pos="100000">
                  <a:srgbClr val="ffffff">
                    <a:alpha val="5098"/>
                  </a:srgbClr>
                </a:gs>
              </a:gsLst>
              <a:lin ang="5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609120" y="360"/>
            <a:ext cx="7314840" cy="2418480"/>
          </a:xfrm>
          <a:prstGeom prst="rect">
            <a:avLst/>
          </a:prstGeom>
          <a:noFill/>
          <a:ln w="0">
            <a:noFill/>
          </a:ln>
          <a:effectLst>
            <a:outerShdw dist="9360" dir="5400000" blurRad="28440" rotWithShape="0">
              <a:srgbClr val="00001a">
                <a:alpha val="15000"/>
              </a:srgbClr>
            </a:outerShdw>
          </a:effectLst>
        </p:spPr>
        <p:txBody>
          <a:bodyPr lIns="0" rIns="0" tIns="0" bIns="0" anchor="ctr">
            <a:noAutofit/>
          </a:bodyPr>
          <a:p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4267080" y="2545560"/>
            <a:ext cx="3324240" cy="40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body"/>
          </p:nvPr>
        </p:nvSpPr>
        <p:spPr>
          <a:xfrm>
            <a:off x="8256960" y="2545560"/>
            <a:ext cx="3324240" cy="40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 type="sldNum" idx="5"/>
          </p:nvPr>
        </p:nvSpPr>
        <p:spPr>
          <a:xfrm>
            <a:off x="345240" y="6231960"/>
            <a:ext cx="641880" cy="32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9eb3c2"/>
                </a:solidFill>
                <a:latin typeface="Chivo"/>
                <a:ea typeface="Chivo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774D1C09-4D82-4DA1-9F72-AC9C09600E3A}" type="slidenum">
              <a:rPr b="0" lang="en" sz="1200" spc="-1" strike="noStrike">
                <a:solidFill>
                  <a:srgbClr val="9eb3c2"/>
                </a:solidFill>
                <a:latin typeface="Chivo"/>
                <a:ea typeface="Chivo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tangle 5"/>
          <p:cNvSpPr/>
          <p:nvPr/>
        </p:nvSpPr>
        <p:spPr>
          <a:xfrm>
            <a:off x="457200" y="347760"/>
            <a:ext cx="456840" cy="504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3" name="TextBox 4"/>
          <p:cNvSpPr/>
          <p:nvPr/>
        </p:nvSpPr>
        <p:spPr>
          <a:xfrm>
            <a:off x="1097280" y="1902240"/>
            <a:ext cx="103323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ffffff"/>
                </a:solidFill>
                <a:latin typeface="Calibri Light"/>
              </a:rPr>
              <a:t>Presentation Title</a:t>
            </a:r>
            <a:endParaRPr b="0" lang="en-US" sz="4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Num" idx="6"/>
          </p:nvPr>
        </p:nvSpPr>
        <p:spPr>
          <a:xfrm>
            <a:off x="345240" y="6231960"/>
            <a:ext cx="641880" cy="32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9eb3c2"/>
                </a:solidFill>
                <a:latin typeface="Chivo"/>
                <a:ea typeface="Chivo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865F31FD-5F01-493F-8241-C7F6D8DFEA2C}" type="slidenum">
              <a:rPr b="0" lang="en" sz="1200" spc="-1" strike="noStrike">
                <a:solidFill>
                  <a:srgbClr val="9eb3c2"/>
                </a:solidFill>
                <a:latin typeface="Chivo"/>
                <a:ea typeface="Chivo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185" name="TextBox 5"/>
          <p:cNvSpPr/>
          <p:nvPr/>
        </p:nvSpPr>
        <p:spPr>
          <a:xfrm>
            <a:off x="731520" y="488880"/>
            <a:ext cx="105152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0000"/>
                </a:solidFill>
                <a:latin typeface="Calibri Light"/>
              </a:rPr>
              <a:t>Content Slide Title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Rectangle 6"/>
          <p:cNvSpPr/>
          <p:nvPr/>
        </p:nvSpPr>
        <p:spPr>
          <a:xfrm>
            <a:off x="731520" y="1357560"/>
            <a:ext cx="1828440" cy="378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7" name="TextBox 6"/>
          <p:cNvSpPr/>
          <p:nvPr/>
        </p:nvSpPr>
        <p:spPr>
          <a:xfrm>
            <a:off x="731520" y="1586160"/>
            <a:ext cx="1051524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Sample point one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Key idea two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Styled bullets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Auto-fit sizing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Gradient backgrounds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Rectangle 7"/>
          <p:cNvSpPr/>
          <p:nvPr/>
        </p:nvSpPr>
        <p:spPr>
          <a:xfrm>
            <a:off x="457200" y="6542280"/>
            <a:ext cx="11277000" cy="72720"/>
          </a:xfrm>
          <a:prstGeom prst="rect">
            <a:avLst/>
          </a:prstGeom>
          <a:gradFill rotWithShape="0">
            <a:gsLst>
              <a:gs pos="0">
                <a:srgbClr val="059669"/>
              </a:gs>
              <a:gs pos="100000">
                <a:srgbClr val="10b981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Num" idx="7"/>
          </p:nvPr>
        </p:nvSpPr>
        <p:spPr>
          <a:xfrm>
            <a:off x="345240" y="6231960"/>
            <a:ext cx="641880" cy="32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9eb3c2"/>
                </a:solidFill>
                <a:latin typeface="Chivo"/>
                <a:ea typeface="Chivo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362E168E-833A-4962-B09C-C86C918BFB47}" type="slidenum">
              <a:rPr b="0" lang="en" sz="1200" spc="-1" strike="noStrike">
                <a:solidFill>
                  <a:srgbClr val="9eb3c2"/>
                </a:solidFill>
                <a:latin typeface="Chivo"/>
                <a:ea typeface="Chivo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190" name="TextBox 7"/>
          <p:cNvSpPr/>
          <p:nvPr/>
        </p:nvSpPr>
        <p:spPr>
          <a:xfrm>
            <a:off x="914400" y="2317320"/>
            <a:ext cx="1033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000000"/>
                </a:solidFill>
                <a:latin typeface="Calibri Light"/>
              </a:rPr>
              <a:t>Thank You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Box 8"/>
          <p:cNvSpPr/>
          <p:nvPr/>
        </p:nvSpPr>
        <p:spPr>
          <a:xfrm>
            <a:off x="1828800" y="4146120"/>
            <a:ext cx="8503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6ee7b7"/>
                </a:solidFill>
                <a:latin typeface="Calibri"/>
              </a:rPr>
              <a:t>Questions? Contact us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2" name="Rectangle 8"/>
          <p:cNvSpPr/>
          <p:nvPr/>
        </p:nvSpPr>
        <p:spPr>
          <a:xfrm>
            <a:off x="457200" y="5334840"/>
            <a:ext cx="11277000" cy="72720"/>
          </a:xfrm>
          <a:prstGeom prst="rect">
            <a:avLst/>
          </a:prstGeom>
          <a:gradFill rotWithShape="0">
            <a:gsLst>
              <a:gs pos="0">
                <a:srgbClr val="059669"/>
              </a:gs>
              <a:gs pos="100000">
                <a:srgbClr val="10b981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2026-03-20T10:23:38Z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