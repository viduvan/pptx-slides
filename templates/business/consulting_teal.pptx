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_rels/presentation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39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</p:sldMasterIdLst>
  <p:sldIdLst>
    <p:sldId id="256" r:id="rId6"/>
    <p:sldId id="257" r:id="rId7"/>
    <p:sldId id="258" r:id="rId8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96BCA7D-46B9-4688-B099-1D531E32DA0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068F937-E7FA-4F2E-8D86-669D8C4E228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43B4E84-964C-46EA-82F9-4445F97ADC4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D8FB66-1072-440C-832A-8DC3A9C33C7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22DC401-FDA1-41A4-8F17-9E9A806AEF6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240"/>
            <a:ext cx="1097208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5C62C85-1AEB-4F50-B5C6-1BA78E4AB5B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9D4034D-7216-471D-A4F6-4C742DC35A6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0784991-CEFF-4AD8-8CE4-882013898C9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9536638-39A7-45B7-9AF7-F2871F9E31C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B16071E-6F8A-4EC6-BEDA-EC8C8416691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1431FEA-F4BC-43D5-97F5-51B4D3B1218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29A6FC2-07E3-43EB-8D85-2BFC8AD081F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subTitle"/>
          </p:nvPr>
        </p:nvSpPr>
        <p:spPr>
          <a:xfrm>
            <a:off x="609480" y="273240"/>
            <a:ext cx="1097208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9AE619C2-75E1-4F23-9E59-7DEC04778673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FD62C57A-3694-488A-BC59-50E17D59A825}" type="slidenum">
              <a:t>&lt;#&gt;</a:t>
            </a:fld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2EE46900-5210-4F17-9FF1-5C66E01BFCBD}" type="slidenum">
              <a:t>&lt;#&gt;</a:t>
            </a:fld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3390EC81-D768-4698-9830-75CCBD699D8B}" type="slidenum">
              <a:t>&lt;#&gt;</a:t>
            </a:fld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10E6FF34-D02C-4D84-8E08-FAC596C07446}" type="slidenum">
              <a:t>&lt;#&gt;</a:t>
            </a:fld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subTitle"/>
          </p:nvPr>
        </p:nvSpPr>
        <p:spPr>
          <a:xfrm>
            <a:off x="609480" y="273240"/>
            <a:ext cx="1097208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6AB51F7D-1120-4792-B095-0F8A713F7BEF}" type="slidenum">
              <a:t>&lt;#&gt;</a:t>
            </a:fld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A09AABFC-7C86-4915-B8F2-9941997A4CDA}" type="slidenum">
              <a:t>&lt;#&gt;</a:t>
            </a:fld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F75DF1F0-E739-46A2-BE0B-F1D68EF00A06}" type="slidenum">
              <a:t>&lt;#&gt;</a:t>
            </a:fld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0A882107-CE37-409E-A198-9175D9CE5DD4}" type="slidenum">
              <a:t>&lt;#&gt;</a:t>
            </a:fld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A506380E-3D01-42EC-A4F9-1229BF42AC36}" type="slidenum">
              <a:t>&lt;#&gt;</a:t>
            </a:fld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B8E2A0BC-D9E9-4021-877E-9777CFF1A2E6}" type="slidenum">
              <a:t>&lt;#&gt;</a:t>
            </a:fld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B52FF7F1-3A65-4D85-9896-7A761CE61E1F}" type="slidenum">
              <a:t>&lt;#&gt;</a:t>
            </a:fld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BCF31BD-3866-459D-989B-A92D56582261}" type="slidenum">
              <a:t>&lt;#&gt;</a:t>
            </a:fld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DE27B9D-85C9-4FBF-BC54-AB14A084B24A}" type="slidenum">
              <a:t>&lt;#&gt;</a:t>
            </a:fld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4CC1383-1D73-44D6-A700-A812F9A58807}" type="slidenum">
              <a:t>&lt;#&gt;</a:t>
            </a:fld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EF90D40-D1D3-42F3-80C1-67E24E3A95CD}" type="slidenum">
              <a:t>&lt;#&gt;</a:t>
            </a:fld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A564316-4BBD-416A-B497-C6E8D1697ABA}" type="slidenum">
              <a:t>&lt;#&gt;</a:t>
            </a:fld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subTitle"/>
          </p:nvPr>
        </p:nvSpPr>
        <p:spPr>
          <a:xfrm>
            <a:off x="609480" y="273240"/>
            <a:ext cx="1097208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4865060-3DD2-40E4-A0DB-BAE2F2A3BEB3}" type="slidenum">
              <a:t>&lt;#&gt;</a:t>
            </a:fld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32F11C0-0A6D-4E18-B9A6-8F6511364F6E}" type="slidenum">
              <a:t>&lt;#&gt;</a:t>
            </a:fld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334B89B-8EE8-41D4-9BC1-BA152C191DA4}" type="slidenum">
              <a:t>&lt;#&gt;</a:t>
            </a:fld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0E013FB-1947-4B67-A4F3-FA8C8E29EFF6}" type="slidenum">
              <a:t>&lt;#&gt;</a:t>
            </a:fld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F47FA1A-AC35-4DD2-96B7-43D37DB20293}" type="slidenum">
              <a:t>&lt;#&gt;</a:t>
            </a:fld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C9EB954-029E-4024-922C-7306171EE759}" type="slidenum">
              <a:t>&lt;#&gt;</a:t>
            </a:fld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B1D9822-AACB-4105-A4CD-476DB28FBF0B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4E67332-AB08-42FB-B2CA-E3BCA345702F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10;p2"/>
          <p:cNvSpPr/>
          <p:nvPr/>
        </p:nvSpPr>
        <p:spPr>
          <a:xfrm>
            <a:off x="10059120" y="876600"/>
            <a:ext cx="1731960" cy="577080"/>
          </a:xfrm>
          <a:prstGeom prst="triangle">
            <a:avLst>
              <a:gd name="adj" fmla="val 32425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42" name="Google Shape;11;p2"/>
          <p:cNvGrpSpPr/>
          <p:nvPr/>
        </p:nvGrpSpPr>
        <p:grpSpPr>
          <a:xfrm>
            <a:off x="0" y="-9000"/>
            <a:ext cx="11547720" cy="6866640"/>
            <a:chOff x="0" y="-9000"/>
            <a:chExt cx="11547720" cy="6866640"/>
          </a:xfrm>
        </p:grpSpPr>
        <p:sp>
          <p:nvSpPr>
            <p:cNvPr id="43" name="Google Shape;12;p2"/>
            <p:cNvSpPr/>
            <p:nvPr/>
          </p:nvSpPr>
          <p:spPr>
            <a:xfrm>
              <a:off x="0" y="360"/>
              <a:ext cx="4699800" cy="6857280"/>
            </a:xfrm>
            <a:prstGeom prst="rect">
              <a:avLst/>
            </a:pr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" name="Google Shape;13;p2"/>
            <p:cNvSpPr/>
            <p:nvPr/>
          </p:nvSpPr>
          <p:spPr>
            <a:xfrm flipH="1" rot="10800000">
              <a:off x="4689720" y="-9000"/>
              <a:ext cx="6857640" cy="6857640"/>
            </a:xfrm>
            <a:prstGeom prst="rtTriangle">
              <a:avLst/>
            </a:pr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45" name="Google Shape;14;p2"/>
          <p:cNvGrpSpPr/>
          <p:nvPr/>
        </p:nvGrpSpPr>
        <p:grpSpPr>
          <a:xfrm>
            <a:off x="0" y="1453680"/>
            <a:ext cx="11796480" cy="3948840"/>
            <a:chOff x="0" y="1453680"/>
            <a:chExt cx="11796480" cy="3948840"/>
          </a:xfrm>
        </p:grpSpPr>
        <p:sp>
          <p:nvSpPr>
            <p:cNvPr id="46" name="Google Shape;15;p2"/>
            <p:cNvSpPr/>
            <p:nvPr/>
          </p:nvSpPr>
          <p:spPr>
            <a:xfrm flipV="1">
              <a:off x="0" y="1452960"/>
              <a:ext cx="7851240" cy="394884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7" name="Google Shape;16;p2"/>
            <p:cNvSpPr/>
            <p:nvPr/>
          </p:nvSpPr>
          <p:spPr>
            <a:xfrm flipV="1">
              <a:off x="7847640" y="1452960"/>
              <a:ext cx="3948840" cy="3948840"/>
            </a:xfrm>
            <a:prstGeom prst="rtTriangle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48" name="Google Shape;17;p2"/>
          <p:cNvGrpSpPr/>
          <p:nvPr/>
        </p:nvGrpSpPr>
        <p:grpSpPr>
          <a:xfrm>
            <a:off x="4903200" y="5703840"/>
            <a:ext cx="7306200" cy="577440"/>
            <a:chOff x="4903200" y="5703840"/>
            <a:chExt cx="7306200" cy="577440"/>
          </a:xfrm>
        </p:grpSpPr>
        <p:sp>
          <p:nvSpPr>
            <p:cNvPr id="49" name="Google Shape;18;p2"/>
            <p:cNvSpPr/>
            <p:nvPr/>
          </p:nvSpPr>
          <p:spPr>
            <a:xfrm rot="10800000">
              <a:off x="4903200" y="6106680"/>
              <a:ext cx="525240" cy="174600"/>
            </a:xfrm>
            <a:prstGeom prst="triangle">
              <a:avLst>
                <a:gd name="adj" fmla="val 32425"/>
              </a:avLst>
            </a:prstGeom>
            <a:solidFill>
              <a:schemeClr val="accent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grpSp>
          <p:nvGrpSpPr>
            <p:cNvPr id="50" name="Google Shape;19;p2"/>
            <p:cNvGrpSpPr/>
            <p:nvPr/>
          </p:nvGrpSpPr>
          <p:grpSpPr>
            <a:xfrm>
              <a:off x="4906080" y="5703840"/>
              <a:ext cx="7303320" cy="405720"/>
              <a:chOff x="4906080" y="5703840"/>
              <a:chExt cx="7303320" cy="405720"/>
            </a:xfrm>
          </p:grpSpPr>
          <p:sp>
            <p:nvSpPr>
              <p:cNvPr id="51" name="Google Shape;20;p2"/>
              <p:cNvSpPr/>
              <p:nvPr/>
            </p:nvSpPr>
            <p:spPr>
              <a:xfrm flipH="1">
                <a:off x="5302440" y="5703840"/>
                <a:ext cx="6906600" cy="405720"/>
              </a:xfrm>
              <a:prstGeom prst="rect">
                <a:avLst/>
              </a:prstGeom>
              <a:solidFill>
                <a:schemeClr val="accent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2" name="Google Shape;21;p2"/>
              <p:cNvSpPr/>
              <p:nvPr/>
            </p:nvSpPr>
            <p:spPr>
              <a:xfrm flipH="1">
                <a:off x="4905720" y="5703840"/>
                <a:ext cx="405720" cy="405720"/>
              </a:xfrm>
              <a:prstGeom prst="rtTriangle">
                <a:avLst/>
              </a:prstGeom>
              <a:solidFill>
                <a:schemeClr val="accent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914040" y="1454040"/>
            <a:ext cx="7156800" cy="39488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p>
            <a:r>
              <a:rPr b="0" lang="en-US" sz="4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88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7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508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7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113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7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75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7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Fifth Outline 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267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Sixth Outline 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267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Seventh 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Outline 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26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oogle Shape;82;p6"/>
          <p:cNvGrpSpPr/>
          <p:nvPr/>
        </p:nvGrpSpPr>
        <p:grpSpPr>
          <a:xfrm>
            <a:off x="0" y="0"/>
            <a:ext cx="9429480" cy="1769400"/>
            <a:chOff x="0" y="0"/>
            <a:chExt cx="9429480" cy="1769400"/>
          </a:xfrm>
        </p:grpSpPr>
        <p:sp>
          <p:nvSpPr>
            <p:cNvPr id="92" name="Google Shape;83;p6"/>
            <p:cNvSpPr/>
            <p:nvPr/>
          </p:nvSpPr>
          <p:spPr>
            <a:xfrm>
              <a:off x="8390160" y="168480"/>
              <a:ext cx="1039320" cy="346320"/>
            </a:xfrm>
            <a:prstGeom prst="triangle">
              <a:avLst>
                <a:gd name="adj" fmla="val 32425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grpSp>
          <p:nvGrpSpPr>
            <p:cNvPr id="93" name="Google Shape;84;p6"/>
            <p:cNvGrpSpPr/>
            <p:nvPr/>
          </p:nvGrpSpPr>
          <p:grpSpPr>
            <a:xfrm>
              <a:off x="0" y="0"/>
              <a:ext cx="9007560" cy="1769400"/>
              <a:chOff x="0" y="0"/>
              <a:chExt cx="9007560" cy="1769400"/>
            </a:xfrm>
          </p:grpSpPr>
          <p:sp>
            <p:nvSpPr>
              <p:cNvPr id="94" name="Google Shape;85;p6"/>
              <p:cNvSpPr/>
              <p:nvPr/>
            </p:nvSpPr>
            <p:spPr>
              <a:xfrm flipV="1">
                <a:off x="0" y="-360"/>
                <a:ext cx="7245000" cy="1769400"/>
              </a:xfrm>
              <a:prstGeom prst="rect">
                <a:avLst/>
              </a:pr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95" name="Google Shape;86;p6"/>
              <p:cNvSpPr/>
              <p:nvPr/>
            </p:nvSpPr>
            <p:spPr>
              <a:xfrm flipV="1">
                <a:off x="7238160" y="-360"/>
                <a:ext cx="1769400" cy="1769400"/>
              </a:xfrm>
              <a:prstGeom prst="rtTriangle">
                <a:avLst/>
              </a:pr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96" name="Google Shape;87;p6"/>
            <p:cNvGrpSpPr/>
            <p:nvPr/>
          </p:nvGrpSpPr>
          <p:grpSpPr>
            <a:xfrm>
              <a:off x="0" y="507600"/>
              <a:ext cx="9429480" cy="1028520"/>
              <a:chOff x="0" y="507600"/>
              <a:chExt cx="9429480" cy="1028520"/>
            </a:xfrm>
          </p:grpSpPr>
          <p:sp>
            <p:nvSpPr>
              <p:cNvPr id="97" name="Google Shape;88;p6"/>
              <p:cNvSpPr/>
              <p:nvPr/>
            </p:nvSpPr>
            <p:spPr>
              <a:xfrm flipV="1">
                <a:off x="0" y="506880"/>
                <a:ext cx="8404560" cy="1028520"/>
              </a:xfrm>
              <a:prstGeom prst="rect">
                <a:avLst/>
              </a:pr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98" name="Google Shape;89;p6"/>
              <p:cNvSpPr/>
              <p:nvPr/>
            </p:nvSpPr>
            <p:spPr>
              <a:xfrm flipV="1">
                <a:off x="8400960" y="506880"/>
                <a:ext cx="1028520" cy="1028520"/>
              </a:xfrm>
              <a:prstGeom prst="rtTriangle">
                <a:avLst/>
              </a:pr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grpSp>
        <p:nvGrpSpPr>
          <p:cNvPr id="99" name="Google Shape;90;p6"/>
          <p:cNvGrpSpPr/>
          <p:nvPr/>
        </p:nvGrpSpPr>
        <p:grpSpPr>
          <a:xfrm>
            <a:off x="9262440" y="5963040"/>
            <a:ext cx="2936160" cy="893880"/>
            <a:chOff x="9262440" y="5963040"/>
            <a:chExt cx="2936160" cy="893880"/>
          </a:xfrm>
        </p:grpSpPr>
        <p:sp>
          <p:nvSpPr>
            <p:cNvPr id="100" name="Google Shape;91;p6"/>
            <p:cNvSpPr/>
            <p:nvPr/>
          </p:nvSpPr>
          <p:spPr>
            <a:xfrm rot="10800000">
              <a:off x="9262440" y="6597720"/>
              <a:ext cx="525240" cy="174600"/>
            </a:xfrm>
            <a:prstGeom prst="triangle">
              <a:avLst>
                <a:gd name="adj" fmla="val 32425"/>
              </a:avLst>
            </a:prstGeom>
            <a:solidFill>
              <a:schemeClr val="accent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grpSp>
          <p:nvGrpSpPr>
            <p:cNvPr id="101" name="Google Shape;92;p6"/>
            <p:cNvGrpSpPr/>
            <p:nvPr/>
          </p:nvGrpSpPr>
          <p:grpSpPr>
            <a:xfrm>
              <a:off x="9474120" y="5963040"/>
              <a:ext cx="2721240" cy="893880"/>
              <a:chOff x="9474120" y="5963040"/>
              <a:chExt cx="2721240" cy="893880"/>
            </a:xfrm>
          </p:grpSpPr>
          <p:sp>
            <p:nvSpPr>
              <p:cNvPr id="102" name="Google Shape;93;p6"/>
              <p:cNvSpPr/>
              <p:nvPr/>
            </p:nvSpPr>
            <p:spPr>
              <a:xfrm flipH="1">
                <a:off x="10365120" y="5963040"/>
                <a:ext cx="1829880" cy="893880"/>
              </a:xfrm>
              <a:prstGeom prst="rect">
                <a:avLst/>
              </a:pr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03" name="Google Shape;94;p6"/>
              <p:cNvSpPr/>
              <p:nvPr/>
            </p:nvSpPr>
            <p:spPr>
              <a:xfrm flipH="1">
                <a:off x="9474120" y="5963040"/>
                <a:ext cx="894240" cy="893880"/>
              </a:xfrm>
              <a:prstGeom prst="rtTriangle">
                <a:avLst/>
              </a:pr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104" name="Google Shape;95;p6"/>
            <p:cNvGrpSpPr/>
            <p:nvPr/>
          </p:nvGrpSpPr>
          <p:grpSpPr>
            <a:xfrm>
              <a:off x="9265320" y="6195240"/>
              <a:ext cx="2933280" cy="405720"/>
              <a:chOff x="9265320" y="6195240"/>
              <a:chExt cx="2933280" cy="405720"/>
            </a:xfrm>
          </p:grpSpPr>
          <p:sp>
            <p:nvSpPr>
              <p:cNvPr id="105" name="Google Shape;96;p6"/>
              <p:cNvSpPr/>
              <p:nvPr/>
            </p:nvSpPr>
            <p:spPr>
              <a:xfrm flipH="1">
                <a:off x="9663480" y="6195240"/>
                <a:ext cx="2535120" cy="405720"/>
              </a:xfrm>
              <a:prstGeom prst="rect">
                <a:avLst/>
              </a:prstGeom>
              <a:solidFill>
                <a:schemeClr val="accent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06" name="Google Shape;97;p6"/>
              <p:cNvSpPr/>
              <p:nvPr/>
            </p:nvSpPr>
            <p:spPr>
              <a:xfrm flipH="1">
                <a:off x="9264960" y="6195240"/>
                <a:ext cx="405720" cy="405720"/>
              </a:xfrm>
              <a:prstGeom prst="rtTriangle">
                <a:avLst/>
              </a:prstGeom>
              <a:solidFill>
                <a:schemeClr val="accent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1085400" y="523080"/>
            <a:ext cx="7010640" cy="1020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p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1085400" y="2050200"/>
            <a:ext cx="4503600" cy="36320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marL="432000" indent="-324000">
              <a:spcBef>
                <a:spcPts val="188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outline text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508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113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75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Outline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h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Outline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body"/>
          </p:nvPr>
        </p:nvSpPr>
        <p:spPr>
          <a:xfrm>
            <a:off x="5861160" y="2050200"/>
            <a:ext cx="4503600" cy="36320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marL="432000" indent="-324000">
              <a:spcBef>
                <a:spcPts val="188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508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113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75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 type="sldNum" idx="4"/>
          </p:nvPr>
        </p:nvSpPr>
        <p:spPr>
          <a:xfrm>
            <a:off x="10157040" y="6181560"/>
            <a:ext cx="1982880" cy="420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1" lang="en" sz="1200" spc="-1" strike="noStrike">
                <a:solidFill>
                  <a:srgbClr val="ffffff"/>
                </a:solidFill>
                <a:latin typeface="Roboto Condensed"/>
                <a:ea typeface="Roboto Condensed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5F61364A-D0F0-48E5-8C04-EE022EF6D08D}" type="slidenum">
              <a:rPr b="1" lang="en" sz="1200" spc="-1" strike="noStrike">
                <a:solidFill>
                  <a:srgbClr val="ffffff"/>
                </a:solidFill>
                <a:latin typeface="Roboto Condensed"/>
                <a:ea typeface="Roboto Condensed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" name="Google Shape;163;p10"/>
          <p:cNvGrpSpPr/>
          <p:nvPr/>
        </p:nvGrpSpPr>
        <p:grpSpPr>
          <a:xfrm>
            <a:off x="0" y="0"/>
            <a:ext cx="2936520" cy="893880"/>
            <a:chOff x="0" y="0"/>
            <a:chExt cx="2936520" cy="893880"/>
          </a:xfrm>
        </p:grpSpPr>
        <p:sp>
          <p:nvSpPr>
            <p:cNvPr id="148" name="Google Shape;164;p10"/>
            <p:cNvSpPr/>
            <p:nvPr/>
          </p:nvSpPr>
          <p:spPr>
            <a:xfrm>
              <a:off x="2411640" y="84960"/>
              <a:ext cx="524880" cy="174960"/>
            </a:xfrm>
            <a:prstGeom prst="triangle">
              <a:avLst>
                <a:gd name="adj" fmla="val 32425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grpSp>
          <p:nvGrpSpPr>
            <p:cNvPr id="149" name="Google Shape;165;p10"/>
            <p:cNvGrpSpPr/>
            <p:nvPr/>
          </p:nvGrpSpPr>
          <p:grpSpPr>
            <a:xfrm>
              <a:off x="3240" y="0"/>
              <a:ext cx="2720880" cy="893880"/>
              <a:chOff x="3240" y="0"/>
              <a:chExt cx="2720880" cy="893880"/>
            </a:xfrm>
          </p:grpSpPr>
          <p:sp>
            <p:nvSpPr>
              <p:cNvPr id="150" name="Google Shape;166;p10"/>
              <p:cNvSpPr/>
              <p:nvPr/>
            </p:nvSpPr>
            <p:spPr>
              <a:xfrm flipV="1">
                <a:off x="3240" y="-360"/>
                <a:ext cx="1829880" cy="893880"/>
              </a:xfrm>
              <a:prstGeom prst="rect">
                <a:avLst/>
              </a:pr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51" name="Google Shape;167;p10"/>
              <p:cNvSpPr/>
              <p:nvPr/>
            </p:nvSpPr>
            <p:spPr>
              <a:xfrm flipV="1">
                <a:off x="1829880" y="-360"/>
                <a:ext cx="894240" cy="893880"/>
              </a:xfrm>
              <a:prstGeom prst="rtTriangle">
                <a:avLst/>
              </a:pr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152" name="Google Shape;168;p10"/>
            <p:cNvGrpSpPr/>
            <p:nvPr/>
          </p:nvGrpSpPr>
          <p:grpSpPr>
            <a:xfrm>
              <a:off x="0" y="255960"/>
              <a:ext cx="2932920" cy="405720"/>
              <a:chOff x="0" y="255960"/>
              <a:chExt cx="2932920" cy="405720"/>
            </a:xfrm>
          </p:grpSpPr>
          <p:sp>
            <p:nvSpPr>
              <p:cNvPr id="153" name="Google Shape;169;p10"/>
              <p:cNvSpPr/>
              <p:nvPr/>
            </p:nvSpPr>
            <p:spPr>
              <a:xfrm flipV="1">
                <a:off x="0" y="255240"/>
                <a:ext cx="2535480" cy="405720"/>
              </a:xfrm>
              <a:prstGeom prst="rect">
                <a:avLst/>
              </a:pr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54" name="Google Shape;170;p10"/>
              <p:cNvSpPr/>
              <p:nvPr/>
            </p:nvSpPr>
            <p:spPr>
              <a:xfrm flipV="1">
                <a:off x="2527200" y="255240"/>
                <a:ext cx="405720" cy="405720"/>
              </a:xfrm>
              <a:prstGeom prst="rtTriangle">
                <a:avLst/>
              </a:pr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grpSp>
        <p:nvGrpSpPr>
          <p:cNvPr id="155" name="Google Shape;171;p10"/>
          <p:cNvGrpSpPr/>
          <p:nvPr/>
        </p:nvGrpSpPr>
        <p:grpSpPr>
          <a:xfrm>
            <a:off x="9262440" y="5963040"/>
            <a:ext cx="2936160" cy="893880"/>
            <a:chOff x="9262440" y="5963040"/>
            <a:chExt cx="2936160" cy="893880"/>
          </a:xfrm>
        </p:grpSpPr>
        <p:sp>
          <p:nvSpPr>
            <p:cNvPr id="156" name="Google Shape;172;p10"/>
            <p:cNvSpPr/>
            <p:nvPr/>
          </p:nvSpPr>
          <p:spPr>
            <a:xfrm rot="10800000">
              <a:off x="9262440" y="6597720"/>
              <a:ext cx="525240" cy="174600"/>
            </a:xfrm>
            <a:prstGeom prst="triangle">
              <a:avLst>
                <a:gd name="adj" fmla="val 32425"/>
              </a:avLst>
            </a:prstGeom>
            <a:solidFill>
              <a:schemeClr val="accent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grpSp>
          <p:nvGrpSpPr>
            <p:cNvPr id="157" name="Google Shape;173;p10"/>
            <p:cNvGrpSpPr/>
            <p:nvPr/>
          </p:nvGrpSpPr>
          <p:grpSpPr>
            <a:xfrm>
              <a:off x="9474120" y="5963040"/>
              <a:ext cx="2721240" cy="893880"/>
              <a:chOff x="9474120" y="5963040"/>
              <a:chExt cx="2721240" cy="893880"/>
            </a:xfrm>
          </p:grpSpPr>
          <p:sp>
            <p:nvSpPr>
              <p:cNvPr id="158" name="Google Shape;174;p10"/>
              <p:cNvSpPr/>
              <p:nvPr/>
            </p:nvSpPr>
            <p:spPr>
              <a:xfrm flipH="1">
                <a:off x="10365120" y="5963040"/>
                <a:ext cx="1829880" cy="893880"/>
              </a:xfrm>
              <a:prstGeom prst="rect">
                <a:avLst/>
              </a:pr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59" name="Google Shape;175;p10"/>
              <p:cNvSpPr/>
              <p:nvPr/>
            </p:nvSpPr>
            <p:spPr>
              <a:xfrm flipH="1">
                <a:off x="9474120" y="5963040"/>
                <a:ext cx="894240" cy="893880"/>
              </a:xfrm>
              <a:prstGeom prst="rtTriangle">
                <a:avLst/>
              </a:pr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160" name="Google Shape;176;p10"/>
            <p:cNvGrpSpPr/>
            <p:nvPr/>
          </p:nvGrpSpPr>
          <p:grpSpPr>
            <a:xfrm>
              <a:off x="9265320" y="6195240"/>
              <a:ext cx="2933280" cy="405720"/>
              <a:chOff x="9265320" y="6195240"/>
              <a:chExt cx="2933280" cy="405720"/>
            </a:xfrm>
          </p:grpSpPr>
          <p:sp>
            <p:nvSpPr>
              <p:cNvPr id="161" name="Google Shape;177;p10"/>
              <p:cNvSpPr/>
              <p:nvPr/>
            </p:nvSpPr>
            <p:spPr>
              <a:xfrm flipH="1">
                <a:off x="9663480" y="6195240"/>
                <a:ext cx="2535120" cy="405720"/>
              </a:xfrm>
              <a:prstGeom prst="rect">
                <a:avLst/>
              </a:prstGeom>
              <a:solidFill>
                <a:schemeClr val="accent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62" name="Google Shape;178;p10"/>
              <p:cNvSpPr/>
              <p:nvPr/>
            </p:nvSpPr>
            <p:spPr>
              <a:xfrm flipH="1">
                <a:off x="9264960" y="6195240"/>
                <a:ext cx="405720" cy="405720"/>
              </a:xfrm>
              <a:prstGeom prst="rtTriangle">
                <a:avLst/>
              </a:prstGeom>
              <a:solidFill>
                <a:schemeClr val="accent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sp>
        <p:nvSpPr>
          <p:cNvPr id="163" name="PlaceHolder 1"/>
          <p:cNvSpPr>
            <a:spLocks noGrp="1"/>
          </p:cNvSpPr>
          <p:nvPr>
            <p:ph type="sldNum" idx="5"/>
          </p:nvPr>
        </p:nvSpPr>
        <p:spPr>
          <a:xfrm>
            <a:off x="10157040" y="6181560"/>
            <a:ext cx="1982880" cy="420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1" lang="en" sz="1200" spc="-1" strike="noStrike">
                <a:solidFill>
                  <a:srgbClr val="ffffff"/>
                </a:solidFill>
                <a:latin typeface="Roboto Condensed"/>
                <a:ea typeface="Roboto Condensed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3FEBBD2C-CC93-46B6-BF96-0D0512EAB2FB}" type="slidenum">
              <a:rPr b="1" lang="en" sz="1200" spc="-1" strike="noStrike">
                <a:solidFill>
                  <a:srgbClr val="ffffff"/>
                </a:solidFill>
                <a:latin typeface="Roboto Condensed"/>
                <a:ea typeface="Roboto Condensed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218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88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7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508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7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113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7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75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7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67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67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6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8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TextBox 4"/>
          <p:cNvSpPr/>
          <p:nvPr/>
        </p:nvSpPr>
        <p:spPr>
          <a:xfrm>
            <a:off x="-273960" y="1828800"/>
            <a:ext cx="1033236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ffffff"/>
                </a:solidFill>
                <a:latin typeface="Calibri Light"/>
              </a:rPr>
              <a:t>Presentation Title</a:t>
            </a:r>
            <a:endParaRPr b="0" lang="en-US" sz="4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sldNum" idx="6"/>
          </p:nvPr>
        </p:nvSpPr>
        <p:spPr>
          <a:xfrm>
            <a:off x="10157040" y="6181560"/>
            <a:ext cx="1982880" cy="420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1" lang="en" sz="1200" spc="-1" strike="noStrike">
                <a:solidFill>
                  <a:srgbClr val="ffffff"/>
                </a:solidFill>
                <a:latin typeface="Roboto Condensed"/>
                <a:ea typeface="Roboto Condensed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DC4E3A82-8D4D-488A-B5ED-D9853C2B9920}" type="slidenum">
              <a:rPr b="1" lang="en" sz="1200" spc="-1" strike="noStrike">
                <a:solidFill>
                  <a:srgbClr val="ffffff"/>
                </a:solidFill>
                <a:latin typeface="Roboto Condensed"/>
                <a:ea typeface="Roboto Condensed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grpSp>
        <p:nvGrpSpPr>
          <p:cNvPr id="204" name="Google Shape;194;p 2"/>
          <p:cNvGrpSpPr/>
          <p:nvPr/>
        </p:nvGrpSpPr>
        <p:grpSpPr>
          <a:xfrm>
            <a:off x="391320" y="765360"/>
            <a:ext cx="411480" cy="537120"/>
            <a:chOff x="391320" y="765360"/>
            <a:chExt cx="411480" cy="537120"/>
          </a:xfrm>
        </p:grpSpPr>
        <p:sp>
          <p:nvSpPr>
            <p:cNvPr id="205" name="Google Shape;195;p 2"/>
            <p:cNvSpPr/>
            <p:nvPr/>
          </p:nvSpPr>
          <p:spPr>
            <a:xfrm>
              <a:off x="424440" y="835560"/>
              <a:ext cx="378360" cy="466920"/>
            </a:xfrm>
            <a:custGeom>
              <a:avLst/>
              <a:gdLst/>
              <a:ahLst/>
              <a:rect l="l" t="t" r="r" b="b"/>
              <a:pathLst>
                <a:path fill="none" w="15004" h="1851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cap="rnd" w="12175">
              <a:solidFill>
                <a:srgbClr val="ff98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6" name="Google Shape;196;p 2"/>
            <p:cNvSpPr/>
            <p:nvPr/>
          </p:nvSpPr>
          <p:spPr>
            <a:xfrm>
              <a:off x="391320" y="791280"/>
              <a:ext cx="380520" cy="466920"/>
            </a:xfrm>
            <a:custGeom>
              <a:avLst/>
              <a:gdLst/>
              <a:ahLst/>
              <a:rect l="l" t="t" r="r" b="b"/>
              <a:pathLst>
                <a:path fill="none" w="15101" h="18511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cap="rnd" w="12175">
              <a:solidFill>
                <a:srgbClr val="ff98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7" name="Google Shape;197;p 2"/>
            <p:cNvSpPr/>
            <p:nvPr/>
          </p:nvSpPr>
          <p:spPr>
            <a:xfrm>
              <a:off x="599760" y="795600"/>
              <a:ext cx="45000" cy="45000"/>
            </a:xfrm>
            <a:custGeom>
              <a:avLst/>
              <a:gdLst/>
              <a:ahLst/>
              <a:rect l="l" t="t" r="r" b="b"/>
              <a:pathLst>
                <a:path fill="none" w="1804" h="1804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cap="rnd" w="12175">
              <a:solidFill>
                <a:srgbClr val="ff98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8" name="Google Shape;198;p 2"/>
            <p:cNvSpPr/>
            <p:nvPr/>
          </p:nvSpPr>
          <p:spPr>
            <a:xfrm>
              <a:off x="516240" y="795600"/>
              <a:ext cx="45000" cy="45000"/>
            </a:xfrm>
            <a:custGeom>
              <a:avLst/>
              <a:gdLst/>
              <a:ahLst/>
              <a:rect l="l" t="t" r="r" b="b"/>
              <a:pathLst>
                <a:path fill="none" w="1803" h="1804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cap="rnd" w="12175">
              <a:solidFill>
                <a:srgbClr val="ff98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9" name="Google Shape;199;p 2"/>
            <p:cNvSpPr/>
            <p:nvPr/>
          </p:nvSpPr>
          <p:spPr>
            <a:xfrm>
              <a:off x="432720" y="795600"/>
              <a:ext cx="45000" cy="45000"/>
            </a:xfrm>
            <a:custGeom>
              <a:avLst/>
              <a:gdLst/>
              <a:ahLst/>
              <a:rect l="l" t="t" r="r" b="b"/>
              <a:pathLst>
                <a:path fill="none" w="1803" h="1804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cap="rnd" w="12175">
              <a:solidFill>
                <a:srgbClr val="ff98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0" name="Google Shape;200;p 2"/>
            <p:cNvSpPr/>
            <p:nvPr/>
          </p:nvSpPr>
          <p:spPr>
            <a:xfrm>
              <a:off x="451440" y="1114200"/>
              <a:ext cx="134640" cy="720"/>
            </a:xfrm>
            <a:custGeom>
              <a:avLst/>
              <a:gdLst/>
              <a:ahLst/>
              <a:rect l="l" t="t" r="r" b="b"/>
              <a:pathLst>
                <a:path fill="none" w="5359" h="1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cap="rnd" w="12175">
              <a:solidFill>
                <a:srgbClr val="ff98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1" name="Google Shape;201;p 2"/>
            <p:cNvSpPr/>
            <p:nvPr/>
          </p:nvSpPr>
          <p:spPr>
            <a:xfrm>
              <a:off x="451440" y="1058760"/>
              <a:ext cx="257760" cy="360"/>
            </a:xfrm>
            <a:custGeom>
              <a:avLst/>
              <a:gdLst/>
              <a:ahLst/>
              <a:rect l="l" t="t" r="r" b="b"/>
              <a:pathLst>
                <a:path fill="none" w="10230" h="1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cap="rnd" w="12175">
              <a:solidFill>
                <a:srgbClr val="ff98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2" name="Google Shape;202;p 2"/>
            <p:cNvSpPr/>
            <p:nvPr/>
          </p:nvSpPr>
          <p:spPr>
            <a:xfrm>
              <a:off x="451440" y="1003320"/>
              <a:ext cx="257760" cy="720"/>
            </a:xfrm>
            <a:custGeom>
              <a:avLst/>
              <a:gdLst/>
              <a:ahLst/>
              <a:rect l="l" t="t" r="r" b="b"/>
              <a:pathLst>
                <a:path fill="none" w="10230" h="1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cap="rnd" w="12175">
              <a:solidFill>
                <a:srgbClr val="ff98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3" name="Google Shape;203;p 2"/>
            <p:cNvSpPr/>
            <p:nvPr/>
          </p:nvSpPr>
          <p:spPr>
            <a:xfrm>
              <a:off x="451440" y="947160"/>
              <a:ext cx="257760" cy="720"/>
            </a:xfrm>
            <a:custGeom>
              <a:avLst/>
              <a:gdLst/>
              <a:ahLst/>
              <a:rect l="l" t="t" r="r" b="b"/>
              <a:pathLst>
                <a:path fill="none" w="10230" h="1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cap="rnd" w="12175">
              <a:solidFill>
                <a:srgbClr val="ff98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4" name="Google Shape;204;p 2"/>
            <p:cNvSpPr/>
            <p:nvPr/>
          </p:nvSpPr>
          <p:spPr>
            <a:xfrm>
              <a:off x="683280" y="795600"/>
              <a:ext cx="45000" cy="45000"/>
            </a:xfrm>
            <a:custGeom>
              <a:avLst/>
              <a:gdLst/>
              <a:ahLst/>
              <a:rect l="l" t="t" r="r" b="b"/>
              <a:pathLst>
                <a:path fill="none" w="1803" h="1804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cap="rnd" w="12175">
              <a:solidFill>
                <a:srgbClr val="ff98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5" name="Google Shape;205;p 2"/>
            <p:cNvSpPr/>
            <p:nvPr/>
          </p:nvSpPr>
          <p:spPr>
            <a:xfrm>
              <a:off x="456480" y="765360"/>
              <a:ext cx="720" cy="51480"/>
            </a:xfrm>
            <a:custGeom>
              <a:avLst/>
              <a:gdLst/>
              <a:ahLst/>
              <a:rect l="l" t="t" r="r" b="b"/>
              <a:pathLst>
                <a:path fill="none" w="1" h="2047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cap="rnd" w="12175">
              <a:solidFill>
                <a:srgbClr val="ff98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6" name="Google Shape;206;p 2"/>
            <p:cNvSpPr/>
            <p:nvPr/>
          </p:nvSpPr>
          <p:spPr>
            <a:xfrm>
              <a:off x="540000" y="765360"/>
              <a:ext cx="720" cy="51480"/>
            </a:xfrm>
            <a:custGeom>
              <a:avLst/>
              <a:gdLst/>
              <a:ahLst/>
              <a:rect l="l" t="t" r="r" b="b"/>
              <a:pathLst>
                <a:path fill="none" w="1" h="2047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cap="rnd" w="12175">
              <a:solidFill>
                <a:srgbClr val="ff98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7" name="Google Shape;207;p 2"/>
            <p:cNvSpPr/>
            <p:nvPr/>
          </p:nvSpPr>
          <p:spPr>
            <a:xfrm>
              <a:off x="623520" y="765360"/>
              <a:ext cx="720" cy="51480"/>
            </a:xfrm>
            <a:custGeom>
              <a:avLst/>
              <a:gdLst/>
              <a:ahLst/>
              <a:rect l="l" t="t" r="r" b="b"/>
              <a:pathLst>
                <a:path fill="none" w="1" h="2047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cap="rnd" w="12175">
              <a:solidFill>
                <a:srgbClr val="ff98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8" name="Google Shape;208;p 2"/>
            <p:cNvSpPr/>
            <p:nvPr/>
          </p:nvSpPr>
          <p:spPr>
            <a:xfrm>
              <a:off x="707040" y="765360"/>
              <a:ext cx="720" cy="51480"/>
            </a:xfrm>
            <a:custGeom>
              <a:avLst/>
              <a:gdLst/>
              <a:ahLst/>
              <a:rect l="l" t="t" r="r" b="b"/>
              <a:pathLst>
                <a:path fill="none" w="1" h="2047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cap="rnd" w="12175">
              <a:solidFill>
                <a:srgbClr val="ff98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19" name="TextBox 5"/>
          <p:cNvSpPr/>
          <p:nvPr/>
        </p:nvSpPr>
        <p:spPr>
          <a:xfrm>
            <a:off x="802800" y="685800"/>
            <a:ext cx="1051524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ffffff"/>
                </a:solidFill>
                <a:latin typeface="Calibri Light"/>
              </a:rPr>
              <a:t>Content Slide Title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20" name="Rectangle 5"/>
          <p:cNvSpPr/>
          <p:nvPr/>
        </p:nvSpPr>
        <p:spPr>
          <a:xfrm>
            <a:off x="686160" y="1548360"/>
            <a:ext cx="1828440" cy="37800"/>
          </a:xfrm>
          <a:prstGeom prst="rect">
            <a:avLst/>
          </a:prstGeom>
          <a:solidFill>
            <a:srgbClr val="0d948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1" name="TextBox 6"/>
          <p:cNvSpPr/>
          <p:nvPr/>
        </p:nvSpPr>
        <p:spPr>
          <a:xfrm>
            <a:off x="914400" y="1828800"/>
            <a:ext cx="1051524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  • 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Sample point one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  • 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Key idea two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  • 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Styled bullets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  • 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Auto-fit sizing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  • 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Gradient backgrounds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Rectangle 6"/>
          <p:cNvSpPr/>
          <p:nvPr/>
        </p:nvSpPr>
        <p:spPr>
          <a:xfrm>
            <a:off x="457200" y="6542280"/>
            <a:ext cx="11277000" cy="72720"/>
          </a:xfrm>
          <a:prstGeom prst="rect">
            <a:avLst/>
          </a:prstGeom>
          <a:gradFill rotWithShape="0">
            <a:gsLst>
              <a:gs pos="0">
                <a:srgbClr val="0d9488"/>
              </a:gs>
              <a:gs pos="100000">
                <a:srgbClr val="14b8a6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sldNum" idx="7"/>
          </p:nvPr>
        </p:nvSpPr>
        <p:spPr>
          <a:xfrm>
            <a:off x="10157040" y="6181560"/>
            <a:ext cx="1982880" cy="420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1" lang="en" sz="1200" spc="-1" strike="noStrike">
                <a:solidFill>
                  <a:srgbClr val="ffffff"/>
                </a:solidFill>
                <a:latin typeface="Roboto Condensed"/>
                <a:ea typeface="Roboto Condensed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FCB1A1AD-3DA6-40CA-B65F-E1186DE17C22}" type="slidenum">
              <a:rPr b="1" lang="en" sz="1200" spc="-1" strike="noStrike">
                <a:solidFill>
                  <a:srgbClr val="ffffff"/>
                </a:solidFill>
                <a:latin typeface="Roboto Condensed"/>
                <a:ea typeface="Roboto Condensed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224" name="PlaceHolder 2"/>
          <p:cNvSpPr>
            <a:spLocks noGrp="1"/>
          </p:cNvSpPr>
          <p:nvPr>
            <p:ph type="title"/>
          </p:nvPr>
        </p:nvSpPr>
        <p:spPr>
          <a:xfrm>
            <a:off x="1699920" y="3152520"/>
            <a:ext cx="8791200" cy="15462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6000" spc="-1" strike="noStrike">
                <a:solidFill>
                  <a:srgbClr val="ff9800"/>
                </a:solidFill>
                <a:latin typeface="Roboto Condensed"/>
                <a:ea typeface="Roboto Condensed"/>
              </a:rPr>
              <a:t>THANKS!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 type="subTitle"/>
          </p:nvPr>
        </p:nvSpPr>
        <p:spPr>
          <a:xfrm>
            <a:off x="1699920" y="4306320"/>
            <a:ext cx="8791200" cy="17888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000" spc="-1" strike="noStrike">
                <a:solidFill>
                  <a:srgbClr val="263248"/>
                </a:solidFill>
                <a:latin typeface="Roboto Condensed Light"/>
                <a:ea typeface="Roboto Condensed Light"/>
              </a:rPr>
              <a:t>Any questions?</a:t>
            </a:r>
            <a:endParaRPr b="0" lang="en-US" sz="2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000" spc="-1" strike="noStrike">
                <a:solidFill>
                  <a:srgbClr val="263248"/>
                </a:solidFill>
                <a:latin typeface="Roboto Condensed Light"/>
                <a:ea typeface="Roboto Condensed Light"/>
              </a:rPr>
              <a:t>You can find me at</a:t>
            </a:r>
            <a:endParaRPr b="0" lang="en-US" sz="2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000" spc="-1" strike="noStrike">
                <a:solidFill>
                  <a:srgbClr val="263248"/>
                </a:solidFill>
                <a:latin typeface="Roboto Condensed Light"/>
                <a:ea typeface="Roboto Condensed Light"/>
              </a:rPr>
              <a:t>@username &amp; user@mail.me</a:t>
            </a:r>
            <a:endParaRPr b="0" lang="en-US" sz="2000" spc="-1" strike="noStrike">
              <a:latin typeface="Arial"/>
            </a:endParaRPr>
          </a:p>
        </p:txBody>
      </p:sp>
      <p:grpSp>
        <p:nvGrpSpPr>
          <p:cNvPr id="226" name="Google Shape;526;p 2"/>
          <p:cNvGrpSpPr/>
          <p:nvPr/>
        </p:nvGrpSpPr>
        <p:grpSpPr>
          <a:xfrm>
            <a:off x="5328000" y="1288800"/>
            <a:ext cx="1596600" cy="1501920"/>
            <a:chOff x="5328000" y="1288800"/>
            <a:chExt cx="1596600" cy="1501920"/>
          </a:xfrm>
        </p:grpSpPr>
        <p:sp>
          <p:nvSpPr>
            <p:cNvPr id="227" name="Google Shape;527;p 2"/>
            <p:cNvSpPr/>
            <p:nvPr/>
          </p:nvSpPr>
          <p:spPr>
            <a:xfrm>
              <a:off x="5328000" y="1858320"/>
              <a:ext cx="379800" cy="852480"/>
            </a:xfrm>
            <a:custGeom>
              <a:avLst/>
              <a:gdLst/>
              <a:ahLst/>
              <a:rect l="l" t="t" r="r" b="b"/>
              <a:pathLst>
                <a:path fill="none" w="3922" h="8793">
                  <a:moveTo>
                    <a:pt x="0" y="0"/>
                  </a:moveTo>
                  <a:lnTo>
                    <a:pt x="0" y="8792"/>
                  </a:lnTo>
                  <a:lnTo>
                    <a:pt x="3921" y="8792"/>
                  </a:lnTo>
                  <a:lnTo>
                    <a:pt x="3921" y="0"/>
                  </a:lnTo>
                  <a:lnTo>
                    <a:pt x="0" y="0"/>
                  </a:lnTo>
                  <a:close/>
                  <a:moveTo>
                    <a:pt x="2411" y="2411"/>
                  </a:moveTo>
                  <a:lnTo>
                    <a:pt x="2411" y="2411"/>
                  </a:lnTo>
                  <a:lnTo>
                    <a:pt x="2265" y="2387"/>
                  </a:lnTo>
                  <a:lnTo>
                    <a:pt x="2143" y="2363"/>
                  </a:lnTo>
                  <a:lnTo>
                    <a:pt x="2022" y="2290"/>
                  </a:lnTo>
                  <a:lnTo>
                    <a:pt x="1924" y="2216"/>
                  </a:lnTo>
                  <a:lnTo>
                    <a:pt x="1827" y="2095"/>
                  </a:lnTo>
                  <a:lnTo>
                    <a:pt x="1754" y="1973"/>
                  </a:lnTo>
                  <a:lnTo>
                    <a:pt x="1729" y="1851"/>
                  </a:lnTo>
                  <a:lnTo>
                    <a:pt x="1705" y="1705"/>
                  </a:lnTo>
                  <a:lnTo>
                    <a:pt x="1705" y="1705"/>
                  </a:lnTo>
                  <a:lnTo>
                    <a:pt x="1729" y="1559"/>
                  </a:lnTo>
                  <a:lnTo>
                    <a:pt x="1754" y="1437"/>
                  </a:lnTo>
                  <a:lnTo>
                    <a:pt x="1827" y="1315"/>
                  </a:lnTo>
                  <a:lnTo>
                    <a:pt x="1924" y="1218"/>
                  </a:lnTo>
                  <a:lnTo>
                    <a:pt x="2022" y="1120"/>
                  </a:lnTo>
                  <a:lnTo>
                    <a:pt x="2143" y="1072"/>
                  </a:lnTo>
                  <a:lnTo>
                    <a:pt x="2265" y="1023"/>
                  </a:lnTo>
                  <a:lnTo>
                    <a:pt x="2411" y="999"/>
                  </a:lnTo>
                  <a:lnTo>
                    <a:pt x="2411" y="999"/>
                  </a:lnTo>
                  <a:lnTo>
                    <a:pt x="2557" y="1023"/>
                  </a:lnTo>
                  <a:lnTo>
                    <a:pt x="2679" y="1072"/>
                  </a:lnTo>
                  <a:lnTo>
                    <a:pt x="2801" y="1120"/>
                  </a:lnTo>
                  <a:lnTo>
                    <a:pt x="2898" y="1218"/>
                  </a:lnTo>
                  <a:lnTo>
                    <a:pt x="2996" y="1315"/>
                  </a:lnTo>
                  <a:lnTo>
                    <a:pt x="3069" y="1437"/>
                  </a:lnTo>
                  <a:lnTo>
                    <a:pt x="3093" y="1559"/>
                  </a:lnTo>
                  <a:lnTo>
                    <a:pt x="3118" y="1705"/>
                  </a:lnTo>
                  <a:lnTo>
                    <a:pt x="3118" y="1705"/>
                  </a:lnTo>
                  <a:lnTo>
                    <a:pt x="3093" y="1851"/>
                  </a:lnTo>
                  <a:lnTo>
                    <a:pt x="3069" y="1973"/>
                  </a:lnTo>
                  <a:lnTo>
                    <a:pt x="2996" y="2095"/>
                  </a:lnTo>
                  <a:lnTo>
                    <a:pt x="2898" y="2216"/>
                  </a:lnTo>
                  <a:lnTo>
                    <a:pt x="2801" y="2290"/>
                  </a:lnTo>
                  <a:lnTo>
                    <a:pt x="2679" y="2363"/>
                  </a:lnTo>
                  <a:lnTo>
                    <a:pt x="2557" y="2387"/>
                  </a:lnTo>
                  <a:lnTo>
                    <a:pt x="2411" y="2411"/>
                  </a:lnTo>
                  <a:lnTo>
                    <a:pt x="2411" y="2411"/>
                  </a:lnTo>
                  <a:close/>
                </a:path>
              </a:pathLst>
            </a:custGeom>
            <a:noFill/>
            <a:ln cap="rnd" w="19050">
              <a:solidFill>
                <a:srgbClr val="3f5378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8" name="Google Shape;528;p 2"/>
            <p:cNvSpPr/>
            <p:nvPr/>
          </p:nvSpPr>
          <p:spPr>
            <a:xfrm>
              <a:off x="5736600" y="1288800"/>
              <a:ext cx="1188000" cy="1501920"/>
            </a:xfrm>
            <a:custGeom>
              <a:avLst/>
              <a:gdLst/>
              <a:ahLst/>
              <a:rect l="l" t="t" r="r" b="b"/>
              <a:pathLst>
                <a:path fill="none" w="12252" h="15491">
                  <a:moveTo>
                    <a:pt x="1" y="13396"/>
                  </a:moveTo>
                  <a:lnTo>
                    <a:pt x="1511" y="13396"/>
                  </a:lnTo>
                  <a:lnTo>
                    <a:pt x="1511" y="13396"/>
                  </a:lnTo>
                  <a:lnTo>
                    <a:pt x="1998" y="13639"/>
                  </a:lnTo>
                  <a:lnTo>
                    <a:pt x="2680" y="13932"/>
                  </a:lnTo>
                  <a:lnTo>
                    <a:pt x="3556" y="14273"/>
                  </a:lnTo>
                  <a:lnTo>
                    <a:pt x="4531" y="14638"/>
                  </a:lnTo>
                  <a:lnTo>
                    <a:pt x="5578" y="14955"/>
                  </a:lnTo>
                  <a:lnTo>
                    <a:pt x="6114" y="15101"/>
                  </a:lnTo>
                  <a:lnTo>
                    <a:pt x="6650" y="15222"/>
                  </a:lnTo>
                  <a:lnTo>
                    <a:pt x="7161" y="15344"/>
                  </a:lnTo>
                  <a:lnTo>
                    <a:pt x="7672" y="15417"/>
                  </a:lnTo>
                  <a:lnTo>
                    <a:pt x="8135" y="15466"/>
                  </a:lnTo>
                  <a:lnTo>
                    <a:pt x="8598" y="15490"/>
                  </a:lnTo>
                  <a:lnTo>
                    <a:pt x="8598" y="15490"/>
                  </a:lnTo>
                  <a:lnTo>
                    <a:pt x="9377" y="15490"/>
                  </a:lnTo>
                  <a:lnTo>
                    <a:pt x="9791" y="15466"/>
                  </a:lnTo>
                  <a:lnTo>
                    <a:pt x="10181" y="15417"/>
                  </a:lnTo>
                  <a:lnTo>
                    <a:pt x="10522" y="15320"/>
                  </a:lnTo>
                  <a:lnTo>
                    <a:pt x="10692" y="15271"/>
                  </a:lnTo>
                  <a:lnTo>
                    <a:pt x="10814" y="15222"/>
                  </a:lnTo>
                  <a:lnTo>
                    <a:pt x="10936" y="15149"/>
                  </a:lnTo>
                  <a:lnTo>
                    <a:pt x="11033" y="15052"/>
                  </a:lnTo>
                  <a:lnTo>
                    <a:pt x="11082" y="14955"/>
                  </a:lnTo>
                  <a:lnTo>
                    <a:pt x="11131" y="14833"/>
                  </a:lnTo>
                  <a:lnTo>
                    <a:pt x="11204" y="14126"/>
                  </a:lnTo>
                  <a:lnTo>
                    <a:pt x="11204" y="14126"/>
                  </a:lnTo>
                  <a:lnTo>
                    <a:pt x="11180" y="13956"/>
                  </a:lnTo>
                  <a:lnTo>
                    <a:pt x="11131" y="13810"/>
                  </a:lnTo>
                  <a:lnTo>
                    <a:pt x="11033" y="13664"/>
                  </a:lnTo>
                  <a:lnTo>
                    <a:pt x="10887" y="13542"/>
                  </a:lnTo>
                  <a:lnTo>
                    <a:pt x="10887" y="13542"/>
                  </a:lnTo>
                  <a:lnTo>
                    <a:pt x="11009" y="13518"/>
                  </a:lnTo>
                  <a:lnTo>
                    <a:pt x="11131" y="13469"/>
                  </a:lnTo>
                  <a:lnTo>
                    <a:pt x="11253" y="13420"/>
                  </a:lnTo>
                  <a:lnTo>
                    <a:pt x="11350" y="13323"/>
                  </a:lnTo>
                  <a:lnTo>
                    <a:pt x="11423" y="13225"/>
                  </a:lnTo>
                  <a:lnTo>
                    <a:pt x="11496" y="13104"/>
                  </a:lnTo>
                  <a:lnTo>
                    <a:pt x="11545" y="12957"/>
                  </a:lnTo>
                  <a:lnTo>
                    <a:pt x="11569" y="12836"/>
                  </a:lnTo>
                  <a:lnTo>
                    <a:pt x="11642" y="11959"/>
                  </a:lnTo>
                  <a:lnTo>
                    <a:pt x="11642" y="11959"/>
                  </a:lnTo>
                  <a:lnTo>
                    <a:pt x="11642" y="11837"/>
                  </a:lnTo>
                  <a:lnTo>
                    <a:pt x="11642" y="11740"/>
                  </a:lnTo>
                  <a:lnTo>
                    <a:pt x="11618" y="11618"/>
                  </a:lnTo>
                  <a:lnTo>
                    <a:pt x="11569" y="11521"/>
                  </a:lnTo>
                  <a:lnTo>
                    <a:pt x="11447" y="11350"/>
                  </a:lnTo>
                  <a:lnTo>
                    <a:pt x="11374" y="11277"/>
                  </a:lnTo>
                  <a:lnTo>
                    <a:pt x="11301" y="11204"/>
                  </a:lnTo>
                  <a:lnTo>
                    <a:pt x="11301" y="11204"/>
                  </a:lnTo>
                  <a:lnTo>
                    <a:pt x="11423" y="11180"/>
                  </a:lnTo>
                  <a:lnTo>
                    <a:pt x="11521" y="11131"/>
                  </a:lnTo>
                  <a:lnTo>
                    <a:pt x="11618" y="11058"/>
                  </a:lnTo>
                  <a:lnTo>
                    <a:pt x="11715" y="10960"/>
                  </a:lnTo>
                  <a:lnTo>
                    <a:pt x="11788" y="10863"/>
                  </a:lnTo>
                  <a:lnTo>
                    <a:pt x="11837" y="10766"/>
                  </a:lnTo>
                  <a:lnTo>
                    <a:pt x="11886" y="10644"/>
                  </a:lnTo>
                  <a:lnTo>
                    <a:pt x="11910" y="10498"/>
                  </a:lnTo>
                  <a:lnTo>
                    <a:pt x="11983" y="9645"/>
                  </a:lnTo>
                  <a:lnTo>
                    <a:pt x="11983" y="9645"/>
                  </a:lnTo>
                  <a:lnTo>
                    <a:pt x="11983" y="9523"/>
                  </a:lnTo>
                  <a:lnTo>
                    <a:pt x="11983" y="9402"/>
                  </a:lnTo>
                  <a:lnTo>
                    <a:pt x="11959" y="9280"/>
                  </a:lnTo>
                  <a:lnTo>
                    <a:pt x="11910" y="9182"/>
                  </a:lnTo>
                  <a:lnTo>
                    <a:pt x="11861" y="9085"/>
                  </a:lnTo>
                  <a:lnTo>
                    <a:pt x="11788" y="9012"/>
                  </a:lnTo>
                  <a:lnTo>
                    <a:pt x="11715" y="8939"/>
                  </a:lnTo>
                  <a:lnTo>
                    <a:pt x="11618" y="8866"/>
                  </a:lnTo>
                  <a:lnTo>
                    <a:pt x="11618" y="8866"/>
                  </a:lnTo>
                  <a:lnTo>
                    <a:pt x="11715" y="8841"/>
                  </a:lnTo>
                  <a:lnTo>
                    <a:pt x="11813" y="8768"/>
                  </a:lnTo>
                  <a:lnTo>
                    <a:pt x="11910" y="8695"/>
                  </a:lnTo>
                  <a:lnTo>
                    <a:pt x="11983" y="8622"/>
                  </a:lnTo>
                  <a:lnTo>
                    <a:pt x="12056" y="8525"/>
                  </a:lnTo>
                  <a:lnTo>
                    <a:pt x="12105" y="8427"/>
                  </a:lnTo>
                  <a:lnTo>
                    <a:pt x="12129" y="8306"/>
                  </a:lnTo>
                  <a:lnTo>
                    <a:pt x="12154" y="8184"/>
                  </a:lnTo>
                  <a:lnTo>
                    <a:pt x="12251" y="7307"/>
                  </a:lnTo>
                  <a:lnTo>
                    <a:pt x="12251" y="7307"/>
                  </a:lnTo>
                  <a:lnTo>
                    <a:pt x="12227" y="7185"/>
                  </a:lnTo>
                  <a:lnTo>
                    <a:pt x="12202" y="7064"/>
                  </a:lnTo>
                  <a:lnTo>
                    <a:pt x="12154" y="6966"/>
                  </a:lnTo>
                  <a:lnTo>
                    <a:pt x="12105" y="6869"/>
                  </a:lnTo>
                  <a:lnTo>
                    <a:pt x="12032" y="6771"/>
                  </a:lnTo>
                  <a:lnTo>
                    <a:pt x="11935" y="6698"/>
                  </a:lnTo>
                  <a:lnTo>
                    <a:pt x="11715" y="6552"/>
                  </a:lnTo>
                  <a:lnTo>
                    <a:pt x="11472" y="6430"/>
                  </a:lnTo>
                  <a:lnTo>
                    <a:pt x="11180" y="6333"/>
                  </a:lnTo>
                  <a:lnTo>
                    <a:pt x="10863" y="6260"/>
                  </a:lnTo>
                  <a:lnTo>
                    <a:pt x="10546" y="6211"/>
                  </a:lnTo>
                  <a:lnTo>
                    <a:pt x="10546" y="6211"/>
                  </a:lnTo>
                  <a:lnTo>
                    <a:pt x="9864" y="6114"/>
                  </a:lnTo>
                  <a:lnTo>
                    <a:pt x="8817" y="6016"/>
                  </a:lnTo>
                  <a:lnTo>
                    <a:pt x="7575" y="5943"/>
                  </a:lnTo>
                  <a:lnTo>
                    <a:pt x="6309" y="5870"/>
                  </a:lnTo>
                  <a:lnTo>
                    <a:pt x="6309" y="5870"/>
                  </a:lnTo>
                  <a:lnTo>
                    <a:pt x="6479" y="5578"/>
                  </a:lnTo>
                  <a:lnTo>
                    <a:pt x="6625" y="5237"/>
                  </a:lnTo>
                  <a:lnTo>
                    <a:pt x="6771" y="4872"/>
                  </a:lnTo>
                  <a:lnTo>
                    <a:pt x="6869" y="4482"/>
                  </a:lnTo>
                  <a:lnTo>
                    <a:pt x="6966" y="4092"/>
                  </a:lnTo>
                  <a:lnTo>
                    <a:pt x="7064" y="3678"/>
                  </a:lnTo>
                  <a:lnTo>
                    <a:pt x="7161" y="2875"/>
                  </a:lnTo>
                  <a:lnTo>
                    <a:pt x="7234" y="2144"/>
                  </a:lnTo>
                  <a:lnTo>
                    <a:pt x="7283" y="1535"/>
                  </a:lnTo>
                  <a:lnTo>
                    <a:pt x="7283" y="975"/>
                  </a:lnTo>
                  <a:lnTo>
                    <a:pt x="7283" y="975"/>
                  </a:lnTo>
                  <a:lnTo>
                    <a:pt x="7283" y="804"/>
                  </a:lnTo>
                  <a:lnTo>
                    <a:pt x="7210" y="609"/>
                  </a:lnTo>
                  <a:lnTo>
                    <a:pt x="7137" y="463"/>
                  </a:lnTo>
                  <a:lnTo>
                    <a:pt x="7015" y="317"/>
                  </a:lnTo>
                  <a:lnTo>
                    <a:pt x="6869" y="171"/>
                  </a:lnTo>
                  <a:lnTo>
                    <a:pt x="6698" y="98"/>
                  </a:lnTo>
                  <a:lnTo>
                    <a:pt x="6503" y="25"/>
                  </a:lnTo>
                  <a:lnTo>
                    <a:pt x="6309" y="1"/>
                  </a:lnTo>
                  <a:lnTo>
                    <a:pt x="6309" y="1"/>
                  </a:lnTo>
                  <a:lnTo>
                    <a:pt x="5943" y="25"/>
                  </a:lnTo>
                  <a:lnTo>
                    <a:pt x="5700" y="74"/>
                  </a:lnTo>
                  <a:lnTo>
                    <a:pt x="5505" y="147"/>
                  </a:lnTo>
                  <a:lnTo>
                    <a:pt x="5359" y="220"/>
                  </a:lnTo>
                  <a:lnTo>
                    <a:pt x="5359" y="220"/>
                  </a:lnTo>
                  <a:lnTo>
                    <a:pt x="4969" y="1462"/>
                  </a:lnTo>
                  <a:lnTo>
                    <a:pt x="4774" y="2022"/>
                  </a:lnTo>
                  <a:lnTo>
                    <a:pt x="4579" y="2534"/>
                  </a:lnTo>
                  <a:lnTo>
                    <a:pt x="4385" y="2996"/>
                  </a:lnTo>
                  <a:lnTo>
                    <a:pt x="4190" y="3386"/>
                  </a:lnTo>
                  <a:lnTo>
                    <a:pt x="4019" y="3678"/>
                  </a:lnTo>
                  <a:lnTo>
                    <a:pt x="3873" y="3922"/>
                  </a:lnTo>
                  <a:lnTo>
                    <a:pt x="3873" y="3922"/>
                  </a:lnTo>
                  <a:lnTo>
                    <a:pt x="3654" y="4141"/>
                  </a:lnTo>
                  <a:lnTo>
                    <a:pt x="3313" y="4482"/>
                  </a:lnTo>
                  <a:lnTo>
                    <a:pt x="2509" y="5237"/>
                  </a:lnTo>
                  <a:lnTo>
                    <a:pt x="1438" y="6211"/>
                  </a:lnTo>
                  <a:lnTo>
                    <a:pt x="1" y="6211"/>
                  </a:lnTo>
                </a:path>
              </a:pathLst>
            </a:custGeom>
            <a:noFill/>
            <a:ln cap="rnd" w="19050">
              <a:solidFill>
                <a:srgbClr val="3f5378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2026-03-20T10:26:21Z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