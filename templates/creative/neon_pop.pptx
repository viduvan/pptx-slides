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E87CC6-C09C-4421-A3E7-D44DFC1449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86CA4E-07F6-4575-A1C5-7E39846666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EDA1A-7BB1-496F-99E6-3C52A6B8E5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B8ABD-FA37-43AC-B7E9-7CFB20A5D1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885329-79A3-44C1-8F1C-6A7AB1B69B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159280" y="0"/>
            <a:ext cx="10031760" cy="546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01348-2D37-428E-87EE-A78529C240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DB1A85-106B-4788-AFDC-72BBC38CD1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D944E-5272-4FAB-B6DD-83D5C3FCFD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0E44EB-8506-490A-82D4-604C8622CE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00E55-DA24-469D-8240-D593FD0094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ABD76B-8F41-4DF4-98A0-0DA6AFFBC3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75532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87148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263916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75532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87148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C0F949-1065-4F2C-9C27-A4EDD00DD7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2159280" y="0"/>
            <a:ext cx="10031760" cy="546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75532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87148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263916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575532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87148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2159280" y="0"/>
            <a:ext cx="10031760" cy="546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75532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887148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263916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575532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887148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2159280" y="0"/>
            <a:ext cx="10031760" cy="546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6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2639160" y="1637280"/>
            <a:ext cx="921636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362000" y="131652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263916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/>
          </p:nvPr>
        </p:nvSpPr>
        <p:spPr>
          <a:xfrm>
            <a:off x="7362000" y="1637280"/>
            <a:ext cx="449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263916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575532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8871480" y="131652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263916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/>
          </p:nvPr>
        </p:nvSpPr>
        <p:spPr>
          <a:xfrm>
            <a:off x="575532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" name="PlaceHolder 7"/>
          <p:cNvSpPr>
            <a:spLocks noGrp="1"/>
          </p:cNvSpPr>
          <p:nvPr>
            <p:ph/>
          </p:nvPr>
        </p:nvSpPr>
        <p:spPr>
          <a:xfrm>
            <a:off x="8871480" y="1637280"/>
            <a:ext cx="2967480" cy="2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000"/>
          </a:bodyPr>
          <a:p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A96CE0-E352-418E-88DF-C9464FF52D9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marL="432000" indent="-324000">
              <a:spcBef>
                <a:spcPts val="188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rgbClr val="000000"/>
                </a:solidFill>
                <a:latin typeface="맑은 고딕"/>
              </a:rPr>
              <a:t>Click to edit the outline text for</a:t>
            </a:r>
            <a:r>
              <a:rPr b="0" lang="en-US" sz="4270" spc="-1" strike="noStrike">
                <a:solidFill>
                  <a:srgbClr val="000000"/>
                </a:solidFill>
                <a:latin typeface="맑은 고딕"/>
              </a:rPr>
              <a:t> </a:t>
            </a:r>
            <a:r>
              <a:rPr b="0" lang="en-US" sz="4270" spc="-1" strike="noStrike">
                <a:solidFill>
                  <a:srgbClr val="000000"/>
                </a:solidFill>
                <a:latin typeface="맑은 고딕"/>
              </a:rPr>
              <a:t>mat</a:t>
            </a:r>
            <a:endParaRPr b="0" lang="en-US" sz="427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5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맑은 고딕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맑은 고딕"/>
              </a:rPr>
              <a:t>Third Outline Level</a:t>
            </a:r>
            <a:endParaRPr b="0" lang="en-US" sz="267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70" spc="-1" strike="noStrike">
                <a:solidFill>
                  <a:srgbClr val="000000"/>
                </a:solidFill>
                <a:latin typeface="맑은 고딕"/>
              </a:rPr>
              <a:t>Fourth Outline Level</a:t>
            </a:r>
            <a:endParaRPr b="0" lang="en-US" sz="267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맑은 고딕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맑은 고딕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맑은 고딕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17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</a:rPr>
              <a:t> </a:t>
            </a:r>
            <a:r>
              <a:rPr b="1" lang="en-US" sz="3600" spc="-1" strike="noStrike">
                <a:solidFill>
                  <a:srgbClr val="404040"/>
                </a:solidFill>
                <a:latin typeface="Arial"/>
              </a:rPr>
              <a:t>Free PPT _ Click to add title</a:t>
            </a:r>
            <a:endParaRPr b="0" lang="en-US" sz="3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27400" y="1508400"/>
            <a:ext cx="11328840" cy="61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40720" y="2410920"/>
            <a:ext cx="11328840" cy="3993480"/>
          </a:xfrm>
          <a:prstGeom prst="rect">
            <a:avLst/>
          </a:prstGeom>
          <a:noFill/>
          <a:ln w="0">
            <a:noFill/>
          </a:ln>
        </p:spPr>
        <p:txBody>
          <a:bodyPr lIns="396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159280" y="0"/>
            <a:ext cx="10031760" cy="117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</a:rPr>
              <a:t>Free PPT _ Click to add title</a:t>
            </a:r>
            <a:endParaRPr b="0" lang="en-US" sz="3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2639160" y="1316520"/>
            <a:ext cx="9216360" cy="61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2653200" y="2218680"/>
            <a:ext cx="9216360" cy="3993480"/>
          </a:xfrm>
          <a:prstGeom prst="rect">
            <a:avLst/>
          </a:prstGeom>
          <a:noFill/>
          <a:ln w="0">
            <a:noFill/>
          </a:ln>
        </p:spPr>
        <p:txBody>
          <a:bodyPr lIns="396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5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e836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4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P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r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e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s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e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n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t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a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t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i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o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n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 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T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i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t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l</a:t>
            </a: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e</a:t>
            </a:r>
            <a:endParaRPr b="0" lang="en-US" sz="4000" spc="-1" strike="noStrike">
              <a:solidFill>
                <a:srgbClr val="1c1c1c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c1c1c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60" name="Rectangle 6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e836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6"/>
          <p:cNvSpPr/>
          <p:nvPr/>
        </p:nvSpPr>
        <p:spPr>
          <a:xfrm>
            <a:off x="914400" y="16005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62" name="Rectangle 7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e8368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c1c1c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2d3ee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e8368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2026-03-20T11:10:36Z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