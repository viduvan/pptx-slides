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8541A6-3051-48FE-BE36-63AE7C8CA39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047960" y="410760"/>
            <a:ext cx="1009512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1047960" y="1600200"/>
            <a:ext cx="4899600" cy="496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978ADF-E787-4C0F-8058-9361CAA1F7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047960" y="410760"/>
            <a:ext cx="1009512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1047960" y="1600200"/>
            <a:ext cx="4899600" cy="496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28C0C3-FAA9-47BA-A26A-B9D6FA7D3A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047960" y="410760"/>
            <a:ext cx="1009512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1047960" y="1600200"/>
            <a:ext cx="2390760" cy="496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3558600" y="1600200"/>
            <a:ext cx="2390760" cy="496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4DF368-44C2-4A1E-9747-732246205F5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047960" y="410760"/>
            <a:ext cx="1009512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69119D-9F23-4058-AE5F-D0A4F1B52A6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047960" y="410760"/>
            <a:ext cx="10095120" cy="434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546E13-4BF2-4C88-B6E9-0BC3C74B8E4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047960" y="410760"/>
            <a:ext cx="1009512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1047960" y="1600200"/>
            <a:ext cx="239076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3558600" y="1600200"/>
            <a:ext cx="2390760" cy="496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1047960" y="4194720"/>
            <a:ext cx="239076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B05FFD-7573-42CC-9148-94A5CE6767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047960" y="410760"/>
            <a:ext cx="1009512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047960" y="1600200"/>
            <a:ext cx="2390760" cy="496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3558600" y="1600200"/>
            <a:ext cx="239076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3558600" y="4194720"/>
            <a:ext cx="239076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FF3C44-EBDE-460B-A371-07CCE80B43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047960" y="410760"/>
            <a:ext cx="1009512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1047960" y="1600200"/>
            <a:ext cx="239076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3558600" y="1600200"/>
            <a:ext cx="239076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1047960" y="4194720"/>
            <a:ext cx="489960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56C236-4027-4287-8518-5B86575922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047960" y="410760"/>
            <a:ext cx="1009512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1047960" y="1600200"/>
            <a:ext cx="489960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1047960" y="4194720"/>
            <a:ext cx="489960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B972AE-F467-4591-B917-5818304F2A2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047960" y="410760"/>
            <a:ext cx="1009512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1047960" y="1600200"/>
            <a:ext cx="239076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3558600" y="1600200"/>
            <a:ext cx="239076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1047960" y="4194720"/>
            <a:ext cx="239076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3558600" y="4194720"/>
            <a:ext cx="239076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7EC064-E2FC-4D13-A4DE-919A936E868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047960" y="410760"/>
            <a:ext cx="1009512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1047960" y="1600200"/>
            <a:ext cx="157752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704680" y="1600200"/>
            <a:ext cx="157752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361400" y="1600200"/>
            <a:ext cx="157752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1047960" y="4194720"/>
            <a:ext cx="157752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2704680" y="4194720"/>
            <a:ext cx="157752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4361400" y="4194720"/>
            <a:ext cx="157752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D78A9B-2AC4-4DCD-9176-26AF07DC8D5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047960" y="410760"/>
            <a:ext cx="1009512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1047960" y="1600200"/>
            <a:ext cx="4899600" cy="496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047960" y="410760"/>
            <a:ext cx="1009512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1047960" y="1600200"/>
            <a:ext cx="4899600" cy="496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047960" y="410760"/>
            <a:ext cx="1009512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1047960" y="1600200"/>
            <a:ext cx="2390760" cy="496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3558600" y="1600200"/>
            <a:ext cx="2390760" cy="496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047960" y="410760"/>
            <a:ext cx="1009512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1047960" y="410760"/>
            <a:ext cx="10095120" cy="434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047960" y="410760"/>
            <a:ext cx="1009512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1047960" y="1600200"/>
            <a:ext cx="239076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3558600" y="1600200"/>
            <a:ext cx="2390760" cy="496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1047960" y="4194720"/>
            <a:ext cx="239076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047960" y="410760"/>
            <a:ext cx="1009512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1047960" y="1600200"/>
            <a:ext cx="2390760" cy="496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3558600" y="1600200"/>
            <a:ext cx="239076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3558600" y="4194720"/>
            <a:ext cx="239076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047960" y="410760"/>
            <a:ext cx="1009512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1047960" y="1600200"/>
            <a:ext cx="239076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558600" y="1600200"/>
            <a:ext cx="239076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1047960" y="4194720"/>
            <a:ext cx="489960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047960" y="410760"/>
            <a:ext cx="1009512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1047960" y="1600200"/>
            <a:ext cx="489960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1047960" y="4194720"/>
            <a:ext cx="489960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047960" y="410760"/>
            <a:ext cx="1009512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1047960" y="1600200"/>
            <a:ext cx="239076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3558600" y="1600200"/>
            <a:ext cx="239076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1047960" y="4194720"/>
            <a:ext cx="239076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3558600" y="4194720"/>
            <a:ext cx="239076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047960" y="410760"/>
            <a:ext cx="1009512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1047960" y="1600200"/>
            <a:ext cx="157752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2704680" y="1600200"/>
            <a:ext cx="157752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4361400" y="1600200"/>
            <a:ext cx="157752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1047960" y="4194720"/>
            <a:ext cx="157752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2704680" y="4194720"/>
            <a:ext cx="157752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4361400" y="4194720"/>
            <a:ext cx="157752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88AA4AC-89CB-4588-9FC9-A63B599B15E8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047960" y="410760"/>
            <a:ext cx="1009512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subTitle"/>
          </p:nvPr>
        </p:nvSpPr>
        <p:spPr>
          <a:xfrm>
            <a:off x="1047960" y="1600200"/>
            <a:ext cx="4899600" cy="496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57BA45C-C618-4F21-AD37-4717AD5B8C7F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047960" y="410760"/>
            <a:ext cx="1009512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1047960" y="1600200"/>
            <a:ext cx="4899600" cy="496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F5F017D-714D-4352-B3C7-5D1A9A420D07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047960" y="410760"/>
            <a:ext cx="1009512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1047960" y="1600200"/>
            <a:ext cx="2390760" cy="496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3558600" y="1600200"/>
            <a:ext cx="2390760" cy="496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5643E0D-4BE9-4EF7-958C-0752149808AE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047960" y="410760"/>
            <a:ext cx="1009512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967F0FB-20C1-4E9C-957B-DC6D35A90B91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ubTitle"/>
          </p:nvPr>
        </p:nvSpPr>
        <p:spPr>
          <a:xfrm>
            <a:off x="1047960" y="410760"/>
            <a:ext cx="10095120" cy="434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DBFA014-B5A0-42D5-9C88-C2EE12DDF712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047960" y="410760"/>
            <a:ext cx="1009512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1047960" y="1600200"/>
            <a:ext cx="239076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3558600" y="1600200"/>
            <a:ext cx="2390760" cy="496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1047960" y="4194720"/>
            <a:ext cx="239076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131C44E-E4CA-414F-BA51-7F9D9E38DE4E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047960" y="410760"/>
            <a:ext cx="1009512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1047960" y="1600200"/>
            <a:ext cx="2390760" cy="496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3558600" y="1600200"/>
            <a:ext cx="239076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3558600" y="4194720"/>
            <a:ext cx="239076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7B146D7-3AF8-439F-98BB-77BCD4F50CFB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047960" y="410760"/>
            <a:ext cx="1009512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1047960" y="1600200"/>
            <a:ext cx="239076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3558600" y="1600200"/>
            <a:ext cx="239076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/>
          </p:nvPr>
        </p:nvSpPr>
        <p:spPr>
          <a:xfrm>
            <a:off x="1047960" y="4194720"/>
            <a:ext cx="489960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6FD834A-2A2C-4255-AB0E-62F5C53501E0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047960" y="410760"/>
            <a:ext cx="1009512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1047960" y="1600200"/>
            <a:ext cx="489960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1047960" y="4194720"/>
            <a:ext cx="489960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6D49DBB-452B-4708-B269-BB80D1A1D8A2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1047960" y="410760"/>
            <a:ext cx="1009512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1047960" y="1600200"/>
            <a:ext cx="239076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3558600" y="1600200"/>
            <a:ext cx="239076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1047960" y="4194720"/>
            <a:ext cx="239076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3558600" y="4194720"/>
            <a:ext cx="239076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F97A2CC-EAF4-473C-8957-1480D521F8D7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047960" y="410760"/>
            <a:ext cx="10095120" cy="9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1047960" y="1600200"/>
            <a:ext cx="157752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/>
          </p:nvPr>
        </p:nvSpPr>
        <p:spPr>
          <a:xfrm>
            <a:off x="2704680" y="1600200"/>
            <a:ext cx="157752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/>
          </p:nvPr>
        </p:nvSpPr>
        <p:spPr>
          <a:xfrm>
            <a:off x="4361400" y="1600200"/>
            <a:ext cx="157752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/>
          </p:nvPr>
        </p:nvSpPr>
        <p:spPr>
          <a:xfrm>
            <a:off x="1047960" y="4194720"/>
            <a:ext cx="157752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6"/>
          <p:cNvSpPr>
            <a:spLocks noGrp="1"/>
          </p:cNvSpPr>
          <p:nvPr>
            <p:ph/>
          </p:nvPr>
        </p:nvSpPr>
        <p:spPr>
          <a:xfrm>
            <a:off x="2704680" y="4194720"/>
            <a:ext cx="157752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7"/>
          <p:cNvSpPr>
            <a:spLocks noGrp="1"/>
          </p:cNvSpPr>
          <p:nvPr>
            <p:ph/>
          </p:nvPr>
        </p:nvSpPr>
        <p:spPr>
          <a:xfrm>
            <a:off x="4361400" y="4194720"/>
            <a:ext cx="1577520" cy="23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220B5A0-2C9C-4D9A-858F-3EB21B1251E1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2C475A7-E533-4C38-9C2A-BAF307B12D8A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2266920" y="2655360"/>
            <a:ext cx="7742880" cy="15462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r>
              <a:rPr b="0" lang="en-US" sz="5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Google Shape;11;p2"/>
          <p:cNvSpPr/>
          <p:nvPr/>
        </p:nvSpPr>
        <p:spPr>
          <a:xfrm>
            <a:off x="9783000" y="6172920"/>
            <a:ext cx="128160" cy="12780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0091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Google Shape;12;p2"/>
          <p:cNvSpPr/>
          <p:nvPr/>
        </p:nvSpPr>
        <p:spPr>
          <a:xfrm>
            <a:off x="10386720" y="5576400"/>
            <a:ext cx="128160" cy="12780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0091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Google Shape;13;p2"/>
          <p:cNvSpPr/>
          <p:nvPr/>
        </p:nvSpPr>
        <p:spPr>
          <a:xfrm>
            <a:off x="11856960" y="4443840"/>
            <a:ext cx="76320" cy="76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0091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Google Shape;14;p2"/>
          <p:cNvSpPr/>
          <p:nvPr/>
        </p:nvSpPr>
        <p:spPr>
          <a:xfrm>
            <a:off x="11694600" y="6564600"/>
            <a:ext cx="128160" cy="12780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0091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Google Shape;15;p2"/>
          <p:cNvSpPr/>
          <p:nvPr/>
        </p:nvSpPr>
        <p:spPr>
          <a:xfrm>
            <a:off x="3181680" y="677160"/>
            <a:ext cx="128160" cy="12780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0091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Google Shape;16;p2"/>
          <p:cNvSpPr/>
          <p:nvPr/>
        </p:nvSpPr>
        <p:spPr>
          <a:xfrm>
            <a:off x="639000" y="3605040"/>
            <a:ext cx="128160" cy="12780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0091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Google Shape;17;p2"/>
          <p:cNvSpPr/>
          <p:nvPr/>
        </p:nvSpPr>
        <p:spPr>
          <a:xfrm>
            <a:off x="348480" y="857160"/>
            <a:ext cx="128160" cy="12780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0091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Google Shape;18;p2"/>
          <p:cNvSpPr/>
          <p:nvPr/>
        </p:nvSpPr>
        <p:spPr>
          <a:xfrm>
            <a:off x="676080" y="1440720"/>
            <a:ext cx="256320" cy="255960"/>
          </a:xfrm>
          <a:prstGeom prst="ellipse">
            <a:avLst/>
          </a:prstGeom>
          <a:noFill/>
          <a:ln w="19050">
            <a:solidFill>
              <a:srgbClr val="0091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Google Shape;19;p2"/>
          <p:cNvSpPr/>
          <p:nvPr/>
        </p:nvSpPr>
        <p:spPr>
          <a:xfrm>
            <a:off x="11084760" y="4833000"/>
            <a:ext cx="191880" cy="191520"/>
          </a:xfrm>
          <a:prstGeom prst="ellipse">
            <a:avLst/>
          </a:prstGeom>
          <a:noFill/>
          <a:ln w="19050">
            <a:solidFill>
              <a:srgbClr val="0091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Google Shape;20;p2"/>
          <p:cNvSpPr/>
          <p:nvPr/>
        </p:nvSpPr>
        <p:spPr>
          <a:xfrm>
            <a:off x="11843640" y="5581800"/>
            <a:ext cx="191880" cy="191520"/>
          </a:xfrm>
          <a:prstGeom prst="ellipse">
            <a:avLst/>
          </a:prstGeom>
          <a:noFill/>
          <a:ln w="19050">
            <a:solidFill>
              <a:srgbClr val="0091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Google Shape;21;p2"/>
          <p:cNvSpPr/>
          <p:nvPr/>
        </p:nvSpPr>
        <p:spPr>
          <a:xfrm>
            <a:off x="210960" y="2128320"/>
            <a:ext cx="76320" cy="76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0091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Google Shape;22;p2"/>
          <p:cNvSpPr/>
          <p:nvPr/>
        </p:nvSpPr>
        <p:spPr>
          <a:xfrm>
            <a:off x="1861560" y="301680"/>
            <a:ext cx="256320" cy="255960"/>
          </a:xfrm>
          <a:prstGeom prst="ellipse">
            <a:avLst/>
          </a:prstGeom>
          <a:noFill/>
          <a:ln w="19050">
            <a:solidFill>
              <a:srgbClr val="0091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Google Shape;23;p2"/>
          <p:cNvSpPr/>
          <p:nvPr/>
        </p:nvSpPr>
        <p:spPr>
          <a:xfrm>
            <a:off x="822960" y="2666880"/>
            <a:ext cx="76320" cy="76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0091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Google Shape;24;p2"/>
          <p:cNvSpPr/>
          <p:nvPr/>
        </p:nvSpPr>
        <p:spPr>
          <a:xfrm>
            <a:off x="4566960" y="516600"/>
            <a:ext cx="76320" cy="763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0091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Google Shape;25;p2"/>
          <p:cNvSpPr/>
          <p:nvPr/>
        </p:nvSpPr>
        <p:spPr>
          <a:xfrm>
            <a:off x="10684800" y="6089760"/>
            <a:ext cx="256320" cy="255960"/>
          </a:xfrm>
          <a:prstGeom prst="ellipse">
            <a:avLst/>
          </a:prstGeom>
          <a:noFill/>
          <a:ln w="19050">
            <a:solidFill>
              <a:srgbClr val="0091e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047960" y="410760"/>
            <a:ext cx="10095120" cy="936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1047960" y="1600200"/>
            <a:ext cx="4899600" cy="49669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6243120" y="1600200"/>
            <a:ext cx="4899600" cy="49669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sldNum" idx="4"/>
          </p:nvPr>
        </p:nvSpPr>
        <p:spPr>
          <a:xfrm>
            <a:off x="11205720" y="6332760"/>
            <a:ext cx="731160" cy="5241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300" spc="-1" strike="noStrike">
                <a:solidFill>
                  <a:srgbClr val="0091ea"/>
                </a:solidFill>
                <a:latin typeface="Source Sans Pro"/>
                <a:ea typeface="Source Sans Pr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0F875FC-8490-404D-AF3B-068A9037D1F6}" type="slidenum">
              <a:rPr b="1" lang="en" sz="1300" spc="-1" strike="noStrike">
                <a:solidFill>
                  <a:srgbClr val="0091ea"/>
                </a:solidFill>
                <a:latin typeface="Source Sans Pro"/>
                <a:ea typeface="Source Sans Pro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5"/>
          <p:cNvSpPr/>
          <p:nvPr/>
        </p:nvSpPr>
        <p:spPr>
          <a:xfrm>
            <a:off x="254160" y="266040"/>
            <a:ext cx="456840" cy="50400"/>
          </a:xfrm>
          <a:prstGeom prst="rect">
            <a:avLst/>
          </a:prstGeom>
          <a:solidFill>
            <a:srgbClr val="e8368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5" name="TextBox 4"/>
          <p:cNvSpPr/>
          <p:nvPr/>
        </p:nvSpPr>
        <p:spPr>
          <a:xfrm>
            <a:off x="894240" y="1820520"/>
            <a:ext cx="103323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Calibri Light"/>
              </a:rPr>
              <a:t>Presentation </a:t>
            </a:r>
            <a:r>
              <a:rPr b="1" lang="en-US" sz="4000" spc="-1" strike="noStrike">
                <a:solidFill>
                  <a:srgbClr val="000000"/>
                </a:solidFill>
                <a:latin typeface="Calibri Light"/>
              </a:rPr>
              <a:t>Title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Num" idx="5"/>
          </p:nvPr>
        </p:nvSpPr>
        <p:spPr>
          <a:xfrm>
            <a:off x="11205720" y="6332760"/>
            <a:ext cx="731160" cy="5241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300" spc="-1" strike="noStrike">
                <a:solidFill>
                  <a:srgbClr val="0091ea"/>
                </a:solidFill>
                <a:latin typeface="Source Sans Pro"/>
                <a:ea typeface="Source Sans Pr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2DC5862-B25D-4417-8A26-7DC4E25B104E}" type="slidenum">
              <a:rPr b="1" lang="en" sz="1300" spc="-1" strike="noStrike">
                <a:solidFill>
                  <a:srgbClr val="0091ea"/>
                </a:solidFill>
                <a:latin typeface="Source Sans Pro"/>
                <a:ea typeface="Source Sans Pro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137" name="TextBox 5"/>
          <p:cNvSpPr/>
          <p:nvPr/>
        </p:nvSpPr>
        <p:spPr>
          <a:xfrm>
            <a:off x="731520" y="488880"/>
            <a:ext cx="105152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 Light"/>
              </a:rPr>
              <a:t>Content Slide Title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Rectangle 6"/>
          <p:cNvSpPr/>
          <p:nvPr/>
        </p:nvSpPr>
        <p:spPr>
          <a:xfrm>
            <a:off x="731520" y="1357560"/>
            <a:ext cx="1828440" cy="37800"/>
          </a:xfrm>
          <a:prstGeom prst="rect">
            <a:avLst/>
          </a:prstGeom>
          <a:solidFill>
            <a:srgbClr val="e8368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9" name="TextBox 6"/>
          <p:cNvSpPr/>
          <p:nvPr/>
        </p:nvSpPr>
        <p:spPr>
          <a:xfrm>
            <a:off x="731520" y="1586160"/>
            <a:ext cx="1051524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Sample point one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Key idea two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Styled bullets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Auto-fit sizing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Gradient backgrounds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Rectangle 7"/>
          <p:cNvSpPr/>
          <p:nvPr/>
        </p:nvSpPr>
        <p:spPr>
          <a:xfrm>
            <a:off x="457200" y="6542280"/>
            <a:ext cx="11277000" cy="72720"/>
          </a:xfrm>
          <a:prstGeom prst="rect">
            <a:avLst/>
          </a:prstGeom>
          <a:gradFill rotWithShape="0">
            <a:gsLst>
              <a:gs pos="0">
                <a:srgbClr val="e8368f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Num" idx="6"/>
          </p:nvPr>
        </p:nvSpPr>
        <p:spPr>
          <a:xfrm>
            <a:off x="11205720" y="6332760"/>
            <a:ext cx="731160" cy="5241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300" spc="-1" strike="noStrike">
                <a:solidFill>
                  <a:srgbClr val="0091ea"/>
                </a:solidFill>
                <a:latin typeface="Source Sans Pro"/>
                <a:ea typeface="Source Sans Pr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63524CE-CA51-4429-8A81-EFD22CA83A51}" type="slidenum">
              <a:rPr b="1" lang="en" sz="1300" spc="-1" strike="noStrike">
                <a:solidFill>
                  <a:srgbClr val="0091ea"/>
                </a:solidFill>
                <a:latin typeface="Source Sans Pro"/>
                <a:ea typeface="Source Sans Pro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142" name="TextBox 7"/>
          <p:cNvSpPr/>
          <p:nvPr/>
        </p:nvSpPr>
        <p:spPr>
          <a:xfrm>
            <a:off x="914400" y="2317320"/>
            <a:ext cx="1033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000000"/>
                </a:solidFill>
                <a:latin typeface="Calibri Light"/>
              </a:rPr>
              <a:t>Thank You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8"/>
          <p:cNvSpPr/>
          <p:nvPr/>
        </p:nvSpPr>
        <p:spPr>
          <a:xfrm>
            <a:off x="1828800" y="4146120"/>
            <a:ext cx="8503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22d3ee"/>
                </a:solidFill>
                <a:latin typeface="Calibri"/>
              </a:rPr>
              <a:t>Questions? Contact us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4" name="Rectangle 8"/>
          <p:cNvSpPr/>
          <p:nvPr/>
        </p:nvSpPr>
        <p:spPr>
          <a:xfrm>
            <a:off x="457200" y="5334840"/>
            <a:ext cx="11277000" cy="72720"/>
          </a:xfrm>
          <a:prstGeom prst="rect">
            <a:avLst/>
          </a:prstGeom>
          <a:gradFill rotWithShape="0">
            <a:gsLst>
              <a:gs pos="0">
                <a:srgbClr val="e8368f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2026-03-20T10:46:51Z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