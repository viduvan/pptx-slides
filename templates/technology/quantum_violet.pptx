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1C60D-3673-4108-AF03-607F5F95CC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1E2B25-A574-4210-B9E8-11F7B76350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B9CCA3-B7DF-4D57-925E-1E53FE264F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4141ED-A8B8-463C-AD10-D3DF218616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135D2-4B0F-4FF9-8C8D-8B75A9022A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0120" y="1114200"/>
            <a:ext cx="9910440" cy="24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E08189-79BF-4C82-A9BA-A614B1A299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1B1F6-8442-4B4A-AB0C-579D280F07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88BE08-3B1E-4B93-8C5F-45E53DC18D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1A199D-7BD2-4EDE-A3C4-980969894E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FD93FB-EBB6-4A3A-8E8F-F4BA602AAE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20575F-FB0B-4814-9711-3B6E3BC031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70576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7140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14012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70576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7140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365F33-3CB1-4252-A27B-48B7D97BC1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A42DF3C-3EB3-4D5C-BD7F-D3BC4B4996B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BC6E0B-8805-4239-80AB-A8FEF799D35B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83DCAE1-28D9-496B-AAAE-01BF93FA8E2C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5E5E8C4-3A07-43E0-A82A-F3E327333BF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AE9FB74-73CB-4596-AA6F-C19F97B4AAFC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1140120" y="1114200"/>
            <a:ext cx="9910440" cy="24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3FA0E38-96F8-46B3-918D-AA29C094BF8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008BF2-1704-468F-B4C1-B04EF6C8CF6D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9F1C57D-E309-4FEB-8D82-1AB93094FBF5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22A1062-4591-4257-81DD-1080D9BDE0BD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A637220-F24D-45BD-81EE-1188B756CD45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AA3F62D-47C8-46C3-B24A-A223AEB387AA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70576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27140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114012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270576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427140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562BA5E-4A76-4083-A89A-2E45817F8A0F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16AE56-1593-4B43-9AC3-978B45FF0D3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7FBE58-3587-4F08-9369-9B6388DA434C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78EB5E-8D38-43E6-B440-33C0D7D20685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B32D1B7-3248-44E4-B636-0E7A67A050F4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FD41E2-61E5-4BEA-BE92-F59D86DF6A9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1140120" y="1114200"/>
            <a:ext cx="9910440" cy="24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7E79AD-849B-401D-A74C-A4E234B6EEFD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AD1CEB-1937-44C8-8091-0CA778BB4ACD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0E5375-742C-439C-9854-1F98AB0784D9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CCAED6-5041-4BBE-B4A5-A451508F6F77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5772C0-9597-4A00-A67B-25B3A2DFD2FF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27D0F0-CB1B-42FC-B387-8F99411CDDC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270576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427140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114012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270576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427140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B61671F-829E-40AC-823C-7B545D757411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2E5108-69C2-44A8-91CB-57C2A148602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2CDBAB-B5CA-4255-AD2A-5A5DF76FD368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C76E75-049E-45EB-BF82-66D0FF170B84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45A682-5573-4985-9E07-BACD7C5D5893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8E2C62-6E15-4AAB-BEA1-874BB5C88D2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1140120" y="1114200"/>
            <a:ext cx="9910440" cy="24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80788E-51BB-4054-81D7-776B47D0F8F8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4DDBD-6070-454D-ACBB-C246002EF483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0D5D54-45B4-4332-9624-92E01DF3AA81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C824A9-E405-4A1C-83AC-58D2886DF8A1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1140120" y="4218840"/>
            <a:ext cx="463032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8225D1-AE41-4E56-81C5-348BC8B02578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3512880" y="190692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114012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3512880" y="4218840"/>
            <a:ext cx="22593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6D8845-0BE1-4E1A-92B6-5275A044AD32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114012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270576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4271400" y="190692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114012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270576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4271400" y="4218840"/>
            <a:ext cx="1490760" cy="21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922A86-3264-4E1B-B830-243F9CA6F7B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CD4B21-EF1B-4413-846F-A706E49BCC2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4591"/>
            </a:gs>
            <a:gs pos="100000">
              <a:srgbClr val="2ac3f3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78;p11"/>
          <p:cNvGrpSpPr/>
          <p:nvPr/>
        </p:nvGrpSpPr>
        <p:grpSpPr>
          <a:xfrm>
            <a:off x="4104720" y="0"/>
            <a:ext cx="8086680" cy="6857640"/>
            <a:chOff x="4104720" y="0"/>
            <a:chExt cx="8086680" cy="6857640"/>
          </a:xfrm>
        </p:grpSpPr>
        <p:sp>
          <p:nvSpPr>
            <p:cNvPr id="42" name="Google Shape;79;p11"/>
            <p:cNvSpPr/>
            <p:nvPr/>
          </p:nvSpPr>
          <p:spPr>
            <a:xfrm>
              <a:off x="4104720" y="0"/>
              <a:ext cx="8086680" cy="6857640"/>
            </a:xfrm>
            <a:custGeom>
              <a:avLst/>
              <a:gdLst/>
              <a:ahLst/>
              <a:rect l="l" t="t" r="r" b="b"/>
              <a:pathLst>
                <a:path w="8087184" h="685800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Google Shape;80;p11"/>
            <p:cNvSpPr/>
            <p:nvPr/>
          </p:nvSpPr>
          <p:spPr>
            <a:xfrm>
              <a:off x="4104720" y="0"/>
              <a:ext cx="8086680" cy="6857640"/>
            </a:xfrm>
            <a:custGeom>
              <a:avLst/>
              <a:gdLst/>
              <a:ahLst/>
              <a:rect l="l" t="t" r="r" b="b"/>
              <a:pathLst>
                <a:path w="8087184" h="685819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Google Shape;81;p11"/>
            <p:cNvSpPr/>
            <p:nvPr/>
          </p:nvSpPr>
          <p:spPr>
            <a:xfrm>
              <a:off x="4538880" y="280800"/>
              <a:ext cx="7434360" cy="6441120"/>
            </a:xfrm>
            <a:custGeom>
              <a:avLst/>
              <a:gdLst/>
              <a:ahLst/>
              <a:rect l="l" t="t" r="r" b="b"/>
              <a:pathLst>
                <a:path w="7435051" h="6441453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5" name="PlaceHolder 1"/>
          <p:cNvSpPr>
            <a:spLocks noGrp="1"/>
          </p:cNvSpPr>
          <p:nvPr>
            <p:ph type="sldNum" idx="4"/>
          </p:nvPr>
        </p:nvSpPr>
        <p:spPr>
          <a:xfrm>
            <a:off x="113068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ffffff"/>
                </a:solidFill>
                <a:latin typeface="Montserrat"/>
                <a:ea typeface="Montserrat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88CFF03-7183-45D8-A682-919041575BFA}" type="slidenum">
              <a:rPr b="1" lang="en" sz="1300" spc="-1" strike="noStrike">
                <a:solidFill>
                  <a:srgbClr val="ffffff"/>
                </a:solidFill>
                <a:latin typeface="Montserrat"/>
                <a:ea typeface="Montserra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39;p6"/>
          <p:cNvGrpSpPr/>
          <p:nvPr/>
        </p:nvGrpSpPr>
        <p:grpSpPr>
          <a:xfrm>
            <a:off x="6672960" y="0"/>
            <a:ext cx="5518080" cy="6857640"/>
            <a:chOff x="6672960" y="0"/>
            <a:chExt cx="5518080" cy="6857640"/>
          </a:xfrm>
        </p:grpSpPr>
        <p:sp>
          <p:nvSpPr>
            <p:cNvPr id="85" name="Google Shape;40;p6"/>
            <p:cNvSpPr/>
            <p:nvPr/>
          </p:nvSpPr>
          <p:spPr>
            <a:xfrm>
              <a:off x="6672960" y="0"/>
              <a:ext cx="5518080" cy="6857640"/>
            </a:xfrm>
            <a:custGeom>
              <a:avLst/>
              <a:gdLst/>
              <a:ahLst/>
              <a:rect l="l" t="t" r="r" b="b"/>
              <a:pathLst>
                <a:path w="5518613" h="685800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Google Shape;41;p6"/>
            <p:cNvSpPr/>
            <p:nvPr/>
          </p:nvSpPr>
          <p:spPr>
            <a:xfrm>
              <a:off x="6672960" y="0"/>
              <a:ext cx="5518080" cy="6857640"/>
            </a:xfrm>
            <a:custGeom>
              <a:avLst/>
              <a:gdLst/>
              <a:ahLst/>
              <a:rect l="l" t="t" r="r" b="b"/>
              <a:pathLst>
                <a:path w="5518613" h="685819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42;p6"/>
            <p:cNvSpPr/>
            <p:nvPr/>
          </p:nvSpPr>
          <p:spPr>
            <a:xfrm>
              <a:off x="7107480" y="280800"/>
              <a:ext cx="4890600" cy="6337440"/>
            </a:xfrm>
            <a:custGeom>
              <a:avLst/>
              <a:gdLst/>
              <a:ahLst/>
              <a:rect l="l" t="t" r="r" b="b"/>
              <a:pathLst>
                <a:path w="4891368" h="6337788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42060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5"/>
          </p:nvPr>
        </p:nvSpPr>
        <p:spPr>
          <a:xfrm>
            <a:off x="113068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7c8894"/>
                </a:solidFill>
                <a:latin typeface="Montserrat"/>
                <a:ea typeface="Montserrat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F7BCCB1-610C-4243-8A58-6CE30FA8D52F}" type="slidenum">
              <a:rPr b="1" lang="en" sz="1300" spc="-1" strike="noStrike">
                <a:solidFill>
                  <a:srgbClr val="7c8894"/>
                </a:solidFill>
                <a:latin typeface="Montserrat"/>
                <a:ea typeface="Montserra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39;p6"/>
          <p:cNvGrpSpPr/>
          <p:nvPr/>
        </p:nvGrpSpPr>
        <p:grpSpPr>
          <a:xfrm>
            <a:off x="6672960" y="0"/>
            <a:ext cx="5518080" cy="6857640"/>
            <a:chOff x="6672960" y="0"/>
            <a:chExt cx="5518080" cy="6857640"/>
          </a:xfrm>
        </p:grpSpPr>
        <p:sp>
          <p:nvSpPr>
            <p:cNvPr id="129" name="Google Shape;40;p6"/>
            <p:cNvSpPr/>
            <p:nvPr/>
          </p:nvSpPr>
          <p:spPr>
            <a:xfrm>
              <a:off x="6672960" y="0"/>
              <a:ext cx="5518080" cy="6857640"/>
            </a:xfrm>
            <a:custGeom>
              <a:avLst/>
              <a:gdLst/>
              <a:ahLst/>
              <a:rect l="l" t="t" r="r" b="b"/>
              <a:pathLst>
                <a:path w="5518613" h="685800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Google Shape;41;p6"/>
            <p:cNvSpPr/>
            <p:nvPr/>
          </p:nvSpPr>
          <p:spPr>
            <a:xfrm>
              <a:off x="6672960" y="0"/>
              <a:ext cx="5518080" cy="6857640"/>
            </a:xfrm>
            <a:custGeom>
              <a:avLst/>
              <a:gdLst/>
              <a:ahLst/>
              <a:rect l="l" t="t" r="r" b="b"/>
              <a:pathLst>
                <a:path w="5518613" h="685819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42;p6"/>
            <p:cNvSpPr/>
            <p:nvPr/>
          </p:nvSpPr>
          <p:spPr>
            <a:xfrm>
              <a:off x="7107480" y="280800"/>
              <a:ext cx="4890600" cy="6337440"/>
            </a:xfrm>
            <a:custGeom>
              <a:avLst/>
              <a:gdLst/>
              <a:ahLst/>
              <a:rect l="l" t="t" r="r" b="b"/>
              <a:pathLst>
                <a:path w="4891368" h="6337788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140120" y="1114200"/>
            <a:ext cx="991044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114012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420600" y="1906920"/>
            <a:ext cx="4630320" cy="442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6"/>
          </p:nvPr>
        </p:nvSpPr>
        <p:spPr>
          <a:xfrm>
            <a:off x="113068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7c8894"/>
                </a:solidFill>
                <a:latin typeface="Montserrat"/>
                <a:ea typeface="Montserrat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A2DC217-5E3C-4112-9443-ED4EAEDD6F04}" type="slidenum">
              <a:rPr b="1" lang="en" sz="1300" spc="-1" strike="noStrike">
                <a:solidFill>
                  <a:srgbClr val="7c8894"/>
                </a:solidFill>
                <a:latin typeface="Montserrat"/>
                <a:ea typeface="Montserra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30;p 2"/>
          <p:cNvSpPr/>
          <p:nvPr/>
        </p:nvSpPr>
        <p:spPr>
          <a:xfrm>
            <a:off x="9908640" y="4649760"/>
            <a:ext cx="456480" cy="435960"/>
          </a:xfrm>
          <a:custGeom>
            <a:avLst/>
            <a:gdLst/>
            <a:ahLst/>
            <a:rect l="l" t="t" r="r" b="b"/>
            <a:pathLst>
              <a:path w="15144" h="1446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3" name="Google Shape;131;p 2"/>
          <p:cNvGrpSpPr/>
          <p:nvPr/>
        </p:nvGrpSpPr>
        <p:grpSpPr>
          <a:xfrm>
            <a:off x="9341640" y="2198880"/>
            <a:ext cx="1958040" cy="1958040"/>
            <a:chOff x="9341640" y="2198880"/>
            <a:chExt cx="1958040" cy="1958040"/>
          </a:xfrm>
        </p:grpSpPr>
        <p:sp>
          <p:nvSpPr>
            <p:cNvPr id="174" name="Google Shape;132;p 2"/>
            <p:cNvSpPr/>
            <p:nvPr/>
          </p:nvSpPr>
          <p:spPr>
            <a:xfrm>
              <a:off x="10078560" y="2935800"/>
              <a:ext cx="1013760" cy="1013760"/>
            </a:xfrm>
            <a:custGeom>
              <a:avLst/>
              <a:gdLst/>
              <a:ahLst/>
              <a:rect l="l" t="t" r="r" b="b"/>
              <a:pathLst>
                <a:path w="8475" h="8476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Google Shape;133;p 2"/>
            <p:cNvSpPr/>
            <p:nvPr/>
          </p:nvSpPr>
          <p:spPr>
            <a:xfrm>
              <a:off x="9341640" y="2198880"/>
              <a:ext cx="1958040" cy="1958040"/>
            </a:xfrm>
            <a:custGeom>
              <a:avLst/>
              <a:gdLst/>
              <a:ahLst/>
              <a:rect l="l" t="t" r="r" b="b"/>
              <a:pathLst>
                <a:path w="16364" h="16365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6" name="Google Shape;134;p 2"/>
          <p:cNvGrpSpPr/>
          <p:nvPr/>
        </p:nvGrpSpPr>
        <p:grpSpPr>
          <a:xfrm>
            <a:off x="7289640" y="3573000"/>
            <a:ext cx="1623600" cy="1623960"/>
            <a:chOff x="7289640" y="3573000"/>
            <a:chExt cx="1623600" cy="1623960"/>
          </a:xfrm>
        </p:grpSpPr>
        <p:sp>
          <p:nvSpPr>
            <p:cNvPr id="177" name="Google Shape;135;p 2"/>
            <p:cNvSpPr/>
            <p:nvPr/>
          </p:nvSpPr>
          <p:spPr>
            <a:xfrm rot="1056600">
              <a:off x="7454520" y="3738240"/>
              <a:ext cx="1293120" cy="1293120"/>
            </a:xfrm>
            <a:custGeom>
              <a:avLst/>
              <a:gdLst/>
              <a:ahLst/>
              <a:rect l="l" t="t" r="r" b="b"/>
              <a:pathLst>
                <a:path w="17732" h="17733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Google Shape;136;p 2"/>
            <p:cNvSpPr/>
            <p:nvPr/>
          </p:nvSpPr>
          <p:spPr>
            <a:xfrm rot="1060200">
              <a:off x="7414920" y="4578840"/>
              <a:ext cx="213480" cy="213480"/>
            </a:xfrm>
            <a:custGeom>
              <a:avLst/>
              <a:gdLst/>
              <a:ahLst/>
              <a:rect l="l" t="t" r="r" b="b"/>
              <a:pathLst>
                <a:path w="2932" h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Google Shape;137;p 2"/>
            <p:cNvSpPr/>
            <p:nvPr/>
          </p:nvSpPr>
          <p:spPr>
            <a:xfrm rot="1054800">
              <a:off x="7548120" y="4737600"/>
              <a:ext cx="137160" cy="137160"/>
            </a:xfrm>
            <a:custGeom>
              <a:avLst/>
              <a:gdLst/>
              <a:ahLst/>
              <a:rect l="l" t="t" r="r" b="b"/>
              <a:pathLst>
                <a:path w="1881" h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Google Shape;138;p 2"/>
            <p:cNvSpPr/>
            <p:nvPr/>
          </p:nvSpPr>
          <p:spPr>
            <a:xfrm rot="1048800">
              <a:off x="7409880" y="4469400"/>
              <a:ext cx="136800" cy="136800"/>
            </a:xfrm>
            <a:custGeom>
              <a:avLst/>
              <a:gdLst/>
              <a:ahLst/>
              <a:rect l="l" t="t" r="r" b="b"/>
              <a:pathLst>
                <a:path w="1882" h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1" name="Google Shape;139;p 2"/>
          <p:cNvSpPr/>
          <p:nvPr/>
        </p:nvSpPr>
        <p:spPr>
          <a:xfrm rot="2465400">
            <a:off x="7599960" y="2578680"/>
            <a:ext cx="634320" cy="605880"/>
          </a:xfrm>
          <a:custGeom>
            <a:avLst/>
            <a:gdLst/>
            <a:ahLst/>
            <a:rect l="l" t="t" r="r" b="b"/>
            <a:pathLst>
              <a:path w="15144" h="1446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Google Shape;140;p 2"/>
          <p:cNvSpPr/>
          <p:nvPr/>
        </p:nvSpPr>
        <p:spPr>
          <a:xfrm rot="19991400">
            <a:off x="8527680" y="2960280"/>
            <a:ext cx="456480" cy="435960"/>
          </a:xfrm>
          <a:custGeom>
            <a:avLst/>
            <a:gdLst/>
            <a:ahLst/>
            <a:rect l="l" t="t" r="r" b="b"/>
            <a:pathLst>
              <a:path w="15144" h="1446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Google Shape;141;p 2"/>
          <p:cNvSpPr/>
          <p:nvPr/>
        </p:nvSpPr>
        <p:spPr>
          <a:xfrm rot="2923800">
            <a:off x="11299320" y="3305880"/>
            <a:ext cx="341640" cy="326160"/>
          </a:xfrm>
          <a:custGeom>
            <a:avLst/>
            <a:gdLst/>
            <a:ahLst/>
            <a:rect l="l" t="t" r="r" b="b"/>
            <a:pathLst>
              <a:path w="15144" h="1446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Google Shape;142;p 2"/>
          <p:cNvSpPr/>
          <p:nvPr/>
        </p:nvSpPr>
        <p:spPr>
          <a:xfrm rot="19990200">
            <a:off x="9874800" y="1117080"/>
            <a:ext cx="307800" cy="293760"/>
          </a:xfrm>
          <a:custGeom>
            <a:avLst/>
            <a:gdLst/>
            <a:ahLst/>
            <a:rect l="l" t="t" r="r" b="b"/>
            <a:pathLst>
              <a:path w="15144" h="1446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PlaceHolder 1"/>
          <p:cNvSpPr>
            <a:spLocks noGrp="1"/>
          </p:cNvSpPr>
          <p:nvPr>
            <p:ph type="sldNum" idx="7"/>
          </p:nvPr>
        </p:nvSpPr>
        <p:spPr>
          <a:xfrm>
            <a:off x="113068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ffffff"/>
                </a:solidFill>
                <a:latin typeface="Montserrat"/>
                <a:ea typeface="Montserrat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1C2BC91-EAC4-454B-AFA6-6D03C7CD6403}" type="slidenum">
              <a:rPr b="1" lang="en" sz="1300" spc="-1" strike="noStrike">
                <a:solidFill>
                  <a:srgbClr val="ffffff"/>
                </a:solidFill>
                <a:latin typeface="Montserrat"/>
                <a:ea typeface="Montserra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86" name="Rectangle 7"/>
          <p:cNvSpPr/>
          <p:nvPr/>
        </p:nvSpPr>
        <p:spPr>
          <a:xfrm>
            <a:off x="274320" y="297360"/>
            <a:ext cx="456840" cy="504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6"/>
          <p:cNvSpPr/>
          <p:nvPr/>
        </p:nvSpPr>
        <p:spPr>
          <a:xfrm>
            <a:off x="914400" y="18518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Presentation Title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88" name="Rectangle 8"/>
          <p:cNvSpPr/>
          <p:nvPr/>
        </p:nvSpPr>
        <p:spPr>
          <a:xfrm>
            <a:off x="457200" y="5052240"/>
            <a:ext cx="11277000" cy="72720"/>
          </a:xfrm>
          <a:prstGeom prst="rect">
            <a:avLst/>
          </a:prstGeom>
          <a:gradFill rotWithShape="0">
            <a:gsLst>
              <a:gs pos="0">
                <a:srgbClr val="7c3aed"/>
              </a:gs>
              <a:gs pos="100000">
                <a:srgbClr val="0ea5c9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Num" idx="8"/>
          </p:nvPr>
        </p:nvSpPr>
        <p:spPr>
          <a:xfrm>
            <a:off x="113068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7c8894"/>
                </a:solidFill>
                <a:latin typeface="Montserrat"/>
                <a:ea typeface="Montserrat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5A97EEF-C92A-435B-AEDD-F5374976503B}" type="slidenum">
              <a:rPr b="1" lang="en" sz="1300" spc="-1" strike="noStrike">
                <a:solidFill>
                  <a:srgbClr val="7c8894"/>
                </a:solidFill>
                <a:latin typeface="Montserrat"/>
                <a:ea typeface="Montserra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5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TextBox 5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</p:txBody>
      </p:sp>
      <p:sp>
        <p:nvSpPr>
          <p:cNvPr id="193" name="Rectangle 6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7c3aed"/>
              </a:gs>
              <a:gs pos="100000">
                <a:srgbClr val="0ea5c9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Num" idx="9"/>
          </p:nvPr>
        </p:nvSpPr>
        <p:spPr>
          <a:xfrm>
            <a:off x="113068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7c8894"/>
                </a:solidFill>
                <a:latin typeface="Montserrat"/>
                <a:ea typeface="Montserrat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2CF9F84-1CE6-40D2-8994-76C491DCE4B7}" type="slidenum">
              <a:rPr b="1" lang="en" sz="1300" spc="-1" strike="noStrike">
                <a:solidFill>
                  <a:srgbClr val="7c8894"/>
                </a:solidFill>
                <a:latin typeface="Montserrat"/>
                <a:ea typeface="Montserra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11111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111111"/>
              </a:solidFill>
              <a:latin typeface="Arial"/>
            </a:endParaRPr>
          </a:p>
        </p:txBody>
      </p:sp>
      <p:sp>
        <p:nvSpPr>
          <p:cNvPr id="196" name="TextBox 8"/>
          <p:cNvSpPr/>
          <p:nvPr/>
        </p:nvSpPr>
        <p:spPr>
          <a:xfrm>
            <a:off x="1828800" y="414612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a78bfa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7" name="Rectangle 9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7c3aed"/>
              </a:gs>
              <a:gs pos="100000">
                <a:srgbClr val="0ea5c9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2026-03-20T10:54:55Z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