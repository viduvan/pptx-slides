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7"/>
    <p:sldId id="257" r:id="rId8"/>
    <p:sldId id="258" r:id="rId6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presProps" Target="presProp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C68B53-4FD0-48A7-866C-BC65B59EB9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AE2BB7-3F10-4E59-BC8A-0A732B1830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09BD86-E7F5-4F2A-A9B0-756A6054B3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D7959B-5E1B-44F7-A8F5-5C039C2087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BED51-A763-42A6-B09A-8B427F5BEF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FD60EB-770C-4F31-9716-2BAD71DD91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0A2E29-30E5-4E8A-8297-85C4AD0E05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746E18-40E0-4822-A273-E8BC5BEF02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7E2484-1FE5-4625-B119-B755C29FFC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56B1CA-B26D-44D7-A797-59BAB13B92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5734F3-342F-4C25-8E8F-9486C0C180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BD7B26-AF24-4B61-BB45-6DFB285E537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5AA9E2D-AFBD-4B3B-88EA-B268FF2AC6A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E148DEC-0239-4FB9-B402-20215A8B8703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84CC2A0-1E79-4F8D-8484-8F54266F2E6C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2F0AEA6-B959-47EF-B650-B5A47249F4B3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41F9545-C396-4C77-A82C-5857BDDA499A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FE31F71-1F48-400E-8125-446C2BB03D78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9211E6F-49AA-49EC-B79C-5A87676BCBD1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06F5A7E-3CAD-490F-BBA5-E20CDC2A4A9E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EC4E879-2913-47B9-913F-670A42A27DF8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CD6E512-46BE-44A9-8067-2D32AF01040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3BDD29A-2325-4500-B8D0-7CFEFDB12B4F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46828E9-5128-41E2-A552-0672C889B26A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288201-BAAE-4CC7-A0BA-435F0CCFFA51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ubTitle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60BE6E-A841-4249-8347-07B6D5BED494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041196B-7A43-4B56-9DF4-EA4EA0F52F09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8B62BA-B2F6-42CF-A61A-1485A7FE152D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550A292-82BE-4685-935D-8BDD547740D8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ubTitle"/>
          </p:nvPr>
        </p:nvSpPr>
        <p:spPr>
          <a:xfrm>
            <a:off x="1035000" y="536760"/>
            <a:ext cx="4782600" cy="529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8120580-06D5-4983-BDF6-AFC1CD809596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1501D12-772F-4FBF-B8C4-C40B4AE26EB6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A167E4-F728-43DB-9DA2-67AA7B540F0D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65E88FD-A63C-4B80-818C-ED3378793EF2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1035000" y="4174920"/>
            <a:ext cx="478260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14FB794-D20F-46E8-903B-C5A6049249C5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3485880" y="203220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/>
          </p:nvPr>
        </p:nvSpPr>
        <p:spPr>
          <a:xfrm>
            <a:off x="103500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/>
          </p:nvPr>
        </p:nvSpPr>
        <p:spPr>
          <a:xfrm>
            <a:off x="3485880" y="4174920"/>
            <a:ext cx="233388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E72E56-089C-4F13-BA64-B4F75ADDC779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103500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265212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4269240" y="203220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/>
          </p:nvPr>
        </p:nvSpPr>
        <p:spPr>
          <a:xfrm>
            <a:off x="103500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6"/>
          <p:cNvSpPr>
            <a:spLocks noGrp="1"/>
          </p:cNvSpPr>
          <p:nvPr>
            <p:ph/>
          </p:nvPr>
        </p:nvSpPr>
        <p:spPr>
          <a:xfrm>
            <a:off x="265212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7"/>
          <p:cNvSpPr>
            <a:spLocks noGrp="1"/>
          </p:cNvSpPr>
          <p:nvPr>
            <p:ph/>
          </p:nvPr>
        </p:nvSpPr>
        <p:spPr>
          <a:xfrm>
            <a:off x="4269240" y="4174920"/>
            <a:ext cx="1539720" cy="195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EC5788-C40F-4182-911B-1ADE2CC9C87F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slideLayout" Target="../slideLayouts/slideLayout13.xml"/><Relationship Id="rId23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15.xml"/><Relationship Id="rId25" Type="http://schemas.openxmlformats.org/officeDocument/2006/relationships/slideLayout" Target="../slideLayouts/slideLayout16.xml"/><Relationship Id="rId26" Type="http://schemas.openxmlformats.org/officeDocument/2006/relationships/slideLayout" Target="../slideLayouts/slideLayout17.xml"/><Relationship Id="rId27" Type="http://schemas.openxmlformats.org/officeDocument/2006/relationships/slideLayout" Target="../slideLayouts/slideLayout18.xml"/><Relationship Id="rId28" Type="http://schemas.openxmlformats.org/officeDocument/2006/relationships/slideLayout" Target="../slideLayouts/slideLayout19.xml"/><Relationship Id="rId29" Type="http://schemas.openxmlformats.org/officeDocument/2006/relationships/slideLayout" Target="../slideLayouts/slideLayout20.xml"/><Relationship Id="rId3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2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36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6F79504-9C1B-48E8-A834-F3FD037D5F9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0d8e5"/>
            </a:gs>
          </a:gsLst>
          <a:path path="circle">
            <a:fillToRect l="49000" t="49000" r="51000" b="51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10;p2"/>
          <p:cNvGrpSpPr/>
          <p:nvPr/>
        </p:nvGrpSpPr>
        <p:grpSpPr>
          <a:xfrm>
            <a:off x="1217160" y="0"/>
            <a:ext cx="10974600" cy="5774760"/>
            <a:chOff x="1217160" y="0"/>
            <a:chExt cx="10974600" cy="5774760"/>
          </a:xfrm>
        </p:grpSpPr>
        <p:pic>
          <p:nvPicPr>
            <p:cNvPr id="42" name="Google Shape;11;p2" descr=""/>
            <p:cNvPicPr/>
            <p:nvPr/>
          </p:nvPicPr>
          <p:blipFill>
            <a:blip r:embed="rId2"/>
            <a:stretch/>
          </p:blipFill>
          <p:spPr>
            <a:xfrm flipH="1">
              <a:off x="9448560" y="4579560"/>
              <a:ext cx="1828800" cy="11952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43" name="Google Shape;12;p2"/>
            <p:cNvGrpSpPr/>
            <p:nvPr/>
          </p:nvGrpSpPr>
          <p:grpSpPr>
            <a:xfrm>
              <a:off x="7619400" y="3662640"/>
              <a:ext cx="4572360" cy="1195200"/>
              <a:chOff x="7619400" y="3662640"/>
              <a:chExt cx="4572360" cy="1195200"/>
            </a:xfrm>
          </p:grpSpPr>
          <p:pic>
            <p:nvPicPr>
              <p:cNvPr id="44" name="Google Shape;13;p2" descr=""/>
              <p:cNvPicPr/>
              <p:nvPr/>
            </p:nvPicPr>
            <p:blipFill>
              <a:blip r:embed="rId3"/>
              <a:stretch/>
            </p:blipFill>
            <p:spPr>
              <a:xfrm flipH="1">
                <a:off x="10362960" y="3662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5" name="Google Shape;14;p2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7619400" y="3662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46" name="Google Shape;15;p2"/>
            <p:cNvGrpSpPr/>
            <p:nvPr/>
          </p:nvGrpSpPr>
          <p:grpSpPr>
            <a:xfrm>
              <a:off x="6704280" y="2748240"/>
              <a:ext cx="4573080" cy="1195200"/>
              <a:chOff x="6704280" y="2748240"/>
              <a:chExt cx="4573080" cy="1195200"/>
            </a:xfrm>
          </p:grpSpPr>
          <p:pic>
            <p:nvPicPr>
              <p:cNvPr id="47" name="Google Shape;16;p2" descr=""/>
              <p:cNvPicPr/>
              <p:nvPr/>
            </p:nvPicPr>
            <p:blipFill>
              <a:blip r:embed="rId5"/>
              <a:stretch/>
            </p:blipFill>
            <p:spPr>
              <a:xfrm flipH="1">
                <a:off x="9448560" y="27482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8" name="Google Shape;17;p2" descr=""/>
              <p:cNvPicPr/>
              <p:nvPr/>
            </p:nvPicPr>
            <p:blipFill>
              <a:blip r:embed="rId6"/>
              <a:stretch/>
            </p:blipFill>
            <p:spPr>
              <a:xfrm flipH="1">
                <a:off x="6704280" y="27482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49" name="Google Shape;18;p2"/>
            <p:cNvGrpSpPr/>
            <p:nvPr/>
          </p:nvGrpSpPr>
          <p:grpSpPr>
            <a:xfrm>
              <a:off x="7619400" y="1831680"/>
              <a:ext cx="4572360" cy="1195200"/>
              <a:chOff x="7619400" y="1831680"/>
              <a:chExt cx="4572360" cy="1195200"/>
            </a:xfrm>
          </p:grpSpPr>
          <p:pic>
            <p:nvPicPr>
              <p:cNvPr id="50" name="Google Shape;19;p2" descr=""/>
              <p:cNvPicPr/>
              <p:nvPr/>
            </p:nvPicPr>
            <p:blipFill>
              <a:blip r:embed="rId7"/>
              <a:stretch/>
            </p:blipFill>
            <p:spPr>
              <a:xfrm flipH="1">
                <a:off x="10362960" y="183168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1" name="Google Shape;20;p2" descr=""/>
              <p:cNvPicPr/>
              <p:nvPr/>
            </p:nvPicPr>
            <p:blipFill>
              <a:blip r:embed="rId8"/>
              <a:stretch/>
            </p:blipFill>
            <p:spPr>
              <a:xfrm flipH="1">
                <a:off x="7619400" y="183168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52" name="Google Shape;21;p2"/>
            <p:cNvGrpSpPr/>
            <p:nvPr/>
          </p:nvGrpSpPr>
          <p:grpSpPr>
            <a:xfrm>
              <a:off x="1217160" y="916920"/>
              <a:ext cx="10060200" cy="1194840"/>
              <a:chOff x="1217160" y="916920"/>
              <a:chExt cx="10060200" cy="1194840"/>
            </a:xfrm>
          </p:grpSpPr>
          <p:pic>
            <p:nvPicPr>
              <p:cNvPr id="53" name="Google Shape;22;p2" descr=""/>
              <p:cNvPicPr/>
              <p:nvPr/>
            </p:nvPicPr>
            <p:blipFill>
              <a:blip r:embed="rId9"/>
              <a:stretch/>
            </p:blipFill>
            <p:spPr>
              <a:xfrm flipH="1">
                <a:off x="944856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4" name="Google Shape;23;p2" descr=""/>
              <p:cNvPicPr/>
              <p:nvPr/>
            </p:nvPicPr>
            <p:blipFill>
              <a:blip r:embed="rId10"/>
              <a:stretch/>
            </p:blipFill>
            <p:spPr>
              <a:xfrm flipH="1">
                <a:off x="670428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5" name="Google Shape;24;p2" descr=""/>
              <p:cNvPicPr/>
              <p:nvPr/>
            </p:nvPicPr>
            <p:blipFill>
              <a:blip r:embed="rId11"/>
              <a:stretch/>
            </p:blipFill>
            <p:spPr>
              <a:xfrm flipH="1">
                <a:off x="396072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6" name="Google Shape;25;p2" descr=""/>
              <p:cNvPicPr/>
              <p:nvPr/>
            </p:nvPicPr>
            <p:blipFill>
              <a:blip r:embed="rId12"/>
              <a:stretch/>
            </p:blipFill>
            <p:spPr>
              <a:xfrm flipH="1">
                <a:off x="1217160" y="916920"/>
                <a:ext cx="1828800" cy="1194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57" name="Google Shape;26;p2"/>
            <p:cNvGrpSpPr/>
            <p:nvPr/>
          </p:nvGrpSpPr>
          <p:grpSpPr>
            <a:xfrm>
              <a:off x="2131920" y="0"/>
              <a:ext cx="10059840" cy="1195200"/>
              <a:chOff x="2131920" y="0"/>
              <a:chExt cx="10059840" cy="1195200"/>
            </a:xfrm>
          </p:grpSpPr>
          <p:pic>
            <p:nvPicPr>
              <p:cNvPr id="58" name="Google Shape;27;p2" descr=""/>
              <p:cNvPicPr/>
              <p:nvPr/>
            </p:nvPicPr>
            <p:blipFill>
              <a:blip r:embed="rId13"/>
              <a:stretch/>
            </p:blipFill>
            <p:spPr>
              <a:xfrm flipH="1">
                <a:off x="1036296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59" name="Google Shape;28;p2" descr=""/>
              <p:cNvPicPr/>
              <p:nvPr/>
            </p:nvPicPr>
            <p:blipFill>
              <a:blip r:embed="rId14"/>
              <a:stretch/>
            </p:blipFill>
            <p:spPr>
              <a:xfrm flipH="1">
                <a:off x="761940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0" name="Google Shape;29;p2" descr=""/>
              <p:cNvPicPr/>
              <p:nvPr/>
            </p:nvPicPr>
            <p:blipFill>
              <a:blip r:embed="rId15"/>
              <a:stretch/>
            </p:blipFill>
            <p:spPr>
              <a:xfrm flipH="1">
                <a:off x="487548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1" name="Google Shape;30;p2" descr=""/>
              <p:cNvPicPr/>
              <p:nvPr/>
            </p:nvPicPr>
            <p:blipFill>
              <a:blip r:embed="rId16"/>
              <a:stretch/>
            </p:blipFill>
            <p:spPr>
              <a:xfrm flipH="1">
                <a:off x="2131920" y="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703240" y="2604240"/>
            <a:ext cx="676404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3" name="Google Shape;32;p2"/>
          <p:cNvGrpSpPr/>
          <p:nvPr/>
        </p:nvGrpSpPr>
        <p:grpSpPr>
          <a:xfrm>
            <a:off x="360" y="4116960"/>
            <a:ext cx="5487120" cy="3026880"/>
            <a:chOff x="360" y="4116960"/>
            <a:chExt cx="5487120" cy="3026880"/>
          </a:xfrm>
        </p:grpSpPr>
        <p:grpSp>
          <p:nvGrpSpPr>
            <p:cNvPr id="64" name="Google Shape;33;p2"/>
            <p:cNvGrpSpPr/>
            <p:nvPr/>
          </p:nvGrpSpPr>
          <p:grpSpPr>
            <a:xfrm>
              <a:off x="360" y="5948640"/>
              <a:ext cx="4572360" cy="1195200"/>
              <a:chOff x="360" y="5948640"/>
              <a:chExt cx="4572360" cy="1195200"/>
            </a:xfrm>
          </p:grpSpPr>
          <p:pic>
            <p:nvPicPr>
              <p:cNvPr id="65" name="Google Shape;34;p2" descr=""/>
              <p:cNvPicPr/>
              <p:nvPr/>
            </p:nvPicPr>
            <p:blipFill>
              <a:blip r:embed="rId17"/>
              <a:stretch/>
            </p:blipFill>
            <p:spPr>
              <a:xfrm flipH="1">
                <a:off x="2743920" y="5948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6" name="Google Shape;35;p2" descr=""/>
              <p:cNvPicPr/>
              <p:nvPr/>
            </p:nvPicPr>
            <p:blipFill>
              <a:blip r:embed="rId18"/>
              <a:stretch/>
            </p:blipFill>
            <p:spPr>
              <a:xfrm flipH="1">
                <a:off x="360" y="594864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67" name="Google Shape;36;p2"/>
            <p:cNvGrpSpPr/>
            <p:nvPr/>
          </p:nvGrpSpPr>
          <p:grpSpPr>
            <a:xfrm>
              <a:off x="915120" y="5031720"/>
              <a:ext cx="4572360" cy="1195200"/>
              <a:chOff x="915120" y="5031720"/>
              <a:chExt cx="4572360" cy="1195200"/>
            </a:xfrm>
          </p:grpSpPr>
          <p:pic>
            <p:nvPicPr>
              <p:cNvPr id="68" name="Google Shape;37;p2" descr=""/>
              <p:cNvPicPr/>
              <p:nvPr/>
            </p:nvPicPr>
            <p:blipFill>
              <a:blip r:embed="rId19"/>
              <a:stretch/>
            </p:blipFill>
            <p:spPr>
              <a:xfrm flipH="1">
                <a:off x="3658680" y="503172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69" name="Google Shape;38;p2" descr=""/>
              <p:cNvPicPr/>
              <p:nvPr/>
            </p:nvPicPr>
            <p:blipFill>
              <a:blip r:embed="rId20"/>
              <a:stretch/>
            </p:blipFill>
            <p:spPr>
              <a:xfrm flipH="1">
                <a:off x="915120" y="5031720"/>
                <a:ext cx="1828800" cy="119520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70" name="Google Shape;39;p2" descr=""/>
            <p:cNvPicPr/>
            <p:nvPr/>
          </p:nvPicPr>
          <p:blipFill>
            <a:blip r:embed="rId21"/>
            <a:stretch/>
          </p:blipFill>
          <p:spPr>
            <a:xfrm flipH="1">
              <a:off x="360" y="4116960"/>
              <a:ext cx="1828800" cy="11952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2"/>
    <p:sldLayoutId id="2147483663" r:id="rId23"/>
    <p:sldLayoutId id="2147483664" r:id="rId24"/>
    <p:sldLayoutId id="2147483665" r:id="rId25"/>
    <p:sldLayoutId id="2147483666" r:id="rId26"/>
    <p:sldLayoutId id="2147483667" r:id="rId27"/>
    <p:sldLayoutId id="2147483668" r:id="rId28"/>
    <p:sldLayoutId id="2147483669" r:id="rId29"/>
    <p:sldLayoutId id="2147483670" r:id="rId30"/>
    <p:sldLayoutId id="2147483671" r:id="rId31"/>
    <p:sldLayoutId id="2147483672" r:id="rId32"/>
    <p:sldLayoutId id="2147483673" r:id="rId3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0d8e5"/>
            </a:gs>
          </a:gsLst>
          <a:path path="circle">
            <a:fillToRect l="49000" t="49000" r="51000" b="51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44;p6"/>
          <p:cNvGrpSpPr/>
          <p:nvPr/>
        </p:nvGrpSpPr>
        <p:grpSpPr>
          <a:xfrm>
            <a:off x="5818680" y="-3960"/>
            <a:ext cx="6372720" cy="2820960"/>
            <a:chOff x="5818680" y="-3960"/>
            <a:chExt cx="6372720" cy="2820960"/>
          </a:xfrm>
        </p:grpSpPr>
        <p:pic>
          <p:nvPicPr>
            <p:cNvPr id="109" name="Google Shape;145;p6" descr=""/>
            <p:cNvPicPr/>
            <p:nvPr/>
          </p:nvPicPr>
          <p:blipFill>
            <a:blip r:embed="rId2"/>
            <a:stretch/>
          </p:blipFill>
          <p:spPr>
            <a:xfrm flipH="1">
              <a:off x="11129760" y="212328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0" name="Google Shape;146;p6" descr=""/>
            <p:cNvPicPr/>
            <p:nvPr/>
          </p:nvPicPr>
          <p:blipFill>
            <a:blip r:embed="rId3"/>
            <a:stretch/>
          </p:blipFill>
          <p:spPr>
            <a:xfrm flipH="1">
              <a:off x="10598400" y="159192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11" name="Google Shape;147;p6"/>
            <p:cNvGrpSpPr/>
            <p:nvPr/>
          </p:nvGrpSpPr>
          <p:grpSpPr>
            <a:xfrm>
              <a:off x="7943040" y="1059840"/>
              <a:ext cx="4248360" cy="693360"/>
              <a:chOff x="7943040" y="1059840"/>
              <a:chExt cx="4248360" cy="693360"/>
            </a:xfrm>
          </p:grpSpPr>
          <p:pic>
            <p:nvPicPr>
              <p:cNvPr id="112" name="Google Shape;148;p6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1112976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3" name="Google Shape;149;p6" descr=""/>
              <p:cNvPicPr/>
              <p:nvPr/>
            </p:nvPicPr>
            <p:blipFill>
              <a:blip r:embed="rId5"/>
              <a:stretch/>
            </p:blipFill>
            <p:spPr>
              <a:xfrm flipH="1">
                <a:off x="9536040" y="105984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4" name="Google Shape;150;p6" descr=""/>
              <p:cNvPicPr/>
              <p:nvPr/>
            </p:nvPicPr>
            <p:blipFill>
              <a:blip r:embed="rId6"/>
              <a:stretch/>
            </p:blipFill>
            <p:spPr>
              <a:xfrm flipH="1">
                <a:off x="794304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15" name="Google Shape;151;p6"/>
            <p:cNvGrpSpPr/>
            <p:nvPr/>
          </p:nvGrpSpPr>
          <p:grpSpPr>
            <a:xfrm>
              <a:off x="5818680" y="528480"/>
              <a:ext cx="5841360" cy="693360"/>
              <a:chOff x="5818680" y="528480"/>
              <a:chExt cx="5841360" cy="693360"/>
            </a:xfrm>
          </p:grpSpPr>
          <p:pic>
            <p:nvPicPr>
              <p:cNvPr id="116" name="Google Shape;152;p6" descr=""/>
              <p:cNvPicPr/>
              <p:nvPr/>
            </p:nvPicPr>
            <p:blipFill>
              <a:blip r:embed="rId7"/>
              <a:stretch/>
            </p:blipFill>
            <p:spPr>
              <a:xfrm flipH="1">
                <a:off x="10598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7" name="Google Shape;153;p6" descr=""/>
              <p:cNvPicPr/>
              <p:nvPr/>
            </p:nvPicPr>
            <p:blipFill>
              <a:blip r:embed="rId8"/>
              <a:stretch/>
            </p:blipFill>
            <p:spPr>
              <a:xfrm flipH="1">
                <a:off x="9005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8" name="Google Shape;154;p6" descr=""/>
              <p:cNvPicPr/>
              <p:nvPr/>
            </p:nvPicPr>
            <p:blipFill>
              <a:blip r:embed="rId9"/>
              <a:stretch/>
            </p:blipFill>
            <p:spPr>
              <a:xfrm flipH="1">
                <a:off x="7411680" y="52848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19" name="Google Shape;155;p6" descr=""/>
              <p:cNvPicPr/>
              <p:nvPr/>
            </p:nvPicPr>
            <p:blipFill>
              <a:blip r:embed="rId10"/>
              <a:stretch/>
            </p:blipFill>
            <p:spPr>
              <a:xfrm flipH="1">
                <a:off x="581868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0" name="Google Shape;156;p6"/>
            <p:cNvGrpSpPr/>
            <p:nvPr/>
          </p:nvGrpSpPr>
          <p:grpSpPr>
            <a:xfrm>
              <a:off x="6349680" y="-3960"/>
              <a:ext cx="5841720" cy="693720"/>
              <a:chOff x="6349680" y="-3960"/>
              <a:chExt cx="5841720" cy="693720"/>
            </a:xfrm>
          </p:grpSpPr>
          <p:pic>
            <p:nvPicPr>
              <p:cNvPr id="121" name="Google Shape;157;p6" descr=""/>
              <p:cNvPicPr/>
              <p:nvPr/>
            </p:nvPicPr>
            <p:blipFill>
              <a:blip r:embed="rId11"/>
              <a:stretch/>
            </p:blipFill>
            <p:spPr>
              <a:xfrm flipH="1">
                <a:off x="1112976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2" name="Google Shape;158;p6" descr=""/>
              <p:cNvPicPr/>
              <p:nvPr/>
            </p:nvPicPr>
            <p:blipFill>
              <a:blip r:embed="rId12"/>
              <a:stretch/>
            </p:blipFill>
            <p:spPr>
              <a:xfrm flipH="1">
                <a:off x="9536040" y="-3960"/>
                <a:ext cx="106200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159;p6" descr=""/>
              <p:cNvPicPr/>
              <p:nvPr/>
            </p:nvPicPr>
            <p:blipFill>
              <a:blip r:embed="rId13"/>
              <a:stretch/>
            </p:blipFill>
            <p:spPr>
              <a:xfrm flipH="1">
                <a:off x="794304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4" name="Google Shape;160;p6" descr=""/>
              <p:cNvPicPr/>
              <p:nvPr/>
            </p:nvPicPr>
            <p:blipFill>
              <a:blip r:embed="rId14"/>
              <a:stretch/>
            </p:blipFill>
            <p:spPr>
              <a:xfrm flipH="1">
                <a:off x="634968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125" name="Google Shape;161;p6"/>
          <p:cNvGrpSpPr/>
          <p:nvPr/>
        </p:nvGrpSpPr>
        <p:grpSpPr>
          <a:xfrm>
            <a:off x="360" y="5270400"/>
            <a:ext cx="3186000" cy="1757160"/>
            <a:chOff x="360" y="5270400"/>
            <a:chExt cx="3186000" cy="1757160"/>
          </a:xfrm>
        </p:grpSpPr>
        <p:grpSp>
          <p:nvGrpSpPr>
            <p:cNvPr id="126" name="Google Shape;162;p6"/>
            <p:cNvGrpSpPr/>
            <p:nvPr/>
          </p:nvGrpSpPr>
          <p:grpSpPr>
            <a:xfrm>
              <a:off x="531720" y="6334200"/>
              <a:ext cx="2654640" cy="693360"/>
              <a:chOff x="531720" y="6334200"/>
              <a:chExt cx="2654640" cy="693360"/>
            </a:xfrm>
          </p:grpSpPr>
          <p:pic>
            <p:nvPicPr>
              <p:cNvPr id="127" name="Google Shape;163;p6" descr=""/>
              <p:cNvPicPr/>
              <p:nvPr/>
            </p:nvPicPr>
            <p:blipFill>
              <a:blip r:embed="rId15"/>
              <a:stretch/>
            </p:blipFill>
            <p:spPr>
              <a:xfrm flipH="1">
                <a:off x="2124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8" name="Google Shape;164;p6" descr=""/>
              <p:cNvPicPr/>
              <p:nvPr/>
            </p:nvPicPr>
            <p:blipFill>
              <a:blip r:embed="rId16"/>
              <a:stretch/>
            </p:blipFill>
            <p:spPr>
              <a:xfrm flipH="1">
                <a:off x="531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9" name="Google Shape;165;p6"/>
            <p:cNvGrpSpPr/>
            <p:nvPr/>
          </p:nvGrpSpPr>
          <p:grpSpPr>
            <a:xfrm>
              <a:off x="360" y="5802840"/>
              <a:ext cx="2655360" cy="693360"/>
              <a:chOff x="360" y="5802840"/>
              <a:chExt cx="2655360" cy="693360"/>
            </a:xfrm>
          </p:grpSpPr>
          <p:pic>
            <p:nvPicPr>
              <p:cNvPr id="130" name="Google Shape;166;p6" descr=""/>
              <p:cNvPicPr/>
              <p:nvPr/>
            </p:nvPicPr>
            <p:blipFill>
              <a:blip r:embed="rId17"/>
              <a:stretch/>
            </p:blipFill>
            <p:spPr>
              <a:xfrm flipH="1">
                <a:off x="159408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31" name="Google Shape;167;p6" descr=""/>
              <p:cNvPicPr/>
              <p:nvPr/>
            </p:nvPicPr>
            <p:blipFill>
              <a:blip r:embed="rId18"/>
              <a:stretch/>
            </p:blipFill>
            <p:spPr>
              <a:xfrm flipH="1">
                <a:off x="36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132" name="Google Shape;168;p6" descr=""/>
            <p:cNvPicPr/>
            <p:nvPr/>
          </p:nvPicPr>
          <p:blipFill>
            <a:blip r:embed="rId19"/>
            <a:stretch/>
          </p:blipFill>
          <p:spPr>
            <a:xfrm flipH="1">
              <a:off x="531720" y="5270400"/>
              <a:ext cx="1061640" cy="6937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637308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sldNum" idx="4"/>
          </p:nvPr>
        </p:nvSpPr>
        <p:spPr>
          <a:xfrm>
            <a:off x="11638800" y="6311520"/>
            <a:ext cx="552600" cy="54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E3CC17B8-3084-47B6-AB79-4A36546B30F6}" type="slidenum">
              <a: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0d8e5"/>
            </a:gs>
          </a:gsLst>
          <a:path path="circle">
            <a:fillToRect l="49000" t="49000" r="51000" b="51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44;p6"/>
          <p:cNvGrpSpPr/>
          <p:nvPr/>
        </p:nvGrpSpPr>
        <p:grpSpPr>
          <a:xfrm>
            <a:off x="5818680" y="-3960"/>
            <a:ext cx="6372720" cy="2820960"/>
            <a:chOff x="5818680" y="-3960"/>
            <a:chExt cx="6372720" cy="2820960"/>
          </a:xfrm>
        </p:grpSpPr>
        <p:pic>
          <p:nvPicPr>
            <p:cNvPr id="174" name="Google Shape;145;p6" descr=""/>
            <p:cNvPicPr/>
            <p:nvPr/>
          </p:nvPicPr>
          <p:blipFill>
            <a:blip r:embed="rId2"/>
            <a:stretch/>
          </p:blipFill>
          <p:spPr>
            <a:xfrm flipH="1">
              <a:off x="11129760" y="212328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5" name="Google Shape;146;p6" descr=""/>
            <p:cNvPicPr/>
            <p:nvPr/>
          </p:nvPicPr>
          <p:blipFill>
            <a:blip r:embed="rId3"/>
            <a:stretch/>
          </p:blipFill>
          <p:spPr>
            <a:xfrm flipH="1">
              <a:off x="10598400" y="1591920"/>
              <a:ext cx="1061640" cy="69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76" name="Google Shape;147;p6"/>
            <p:cNvGrpSpPr/>
            <p:nvPr/>
          </p:nvGrpSpPr>
          <p:grpSpPr>
            <a:xfrm>
              <a:off x="7943040" y="1059840"/>
              <a:ext cx="4248360" cy="693360"/>
              <a:chOff x="7943040" y="1059840"/>
              <a:chExt cx="4248360" cy="693360"/>
            </a:xfrm>
          </p:grpSpPr>
          <p:pic>
            <p:nvPicPr>
              <p:cNvPr id="177" name="Google Shape;148;p6" descr=""/>
              <p:cNvPicPr/>
              <p:nvPr/>
            </p:nvPicPr>
            <p:blipFill>
              <a:blip r:embed="rId4"/>
              <a:stretch/>
            </p:blipFill>
            <p:spPr>
              <a:xfrm flipH="1">
                <a:off x="1112976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8" name="Google Shape;149;p6" descr=""/>
              <p:cNvPicPr/>
              <p:nvPr/>
            </p:nvPicPr>
            <p:blipFill>
              <a:blip r:embed="rId5"/>
              <a:stretch/>
            </p:blipFill>
            <p:spPr>
              <a:xfrm flipH="1">
                <a:off x="9536040" y="105984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9" name="Google Shape;150;p6" descr=""/>
              <p:cNvPicPr/>
              <p:nvPr/>
            </p:nvPicPr>
            <p:blipFill>
              <a:blip r:embed="rId6"/>
              <a:stretch/>
            </p:blipFill>
            <p:spPr>
              <a:xfrm flipH="1">
                <a:off x="7943040" y="1059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80" name="Google Shape;151;p6"/>
            <p:cNvGrpSpPr/>
            <p:nvPr/>
          </p:nvGrpSpPr>
          <p:grpSpPr>
            <a:xfrm>
              <a:off x="5818680" y="528480"/>
              <a:ext cx="5841360" cy="693360"/>
              <a:chOff x="5818680" y="528480"/>
              <a:chExt cx="5841360" cy="693360"/>
            </a:xfrm>
          </p:grpSpPr>
          <p:pic>
            <p:nvPicPr>
              <p:cNvPr id="181" name="Google Shape;152;p6" descr=""/>
              <p:cNvPicPr/>
              <p:nvPr/>
            </p:nvPicPr>
            <p:blipFill>
              <a:blip r:embed="rId7"/>
              <a:stretch/>
            </p:blipFill>
            <p:spPr>
              <a:xfrm flipH="1">
                <a:off x="10598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2" name="Google Shape;153;p6" descr=""/>
              <p:cNvPicPr/>
              <p:nvPr/>
            </p:nvPicPr>
            <p:blipFill>
              <a:blip r:embed="rId8"/>
              <a:stretch/>
            </p:blipFill>
            <p:spPr>
              <a:xfrm flipH="1">
                <a:off x="900540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3" name="Google Shape;154;p6" descr=""/>
              <p:cNvPicPr/>
              <p:nvPr/>
            </p:nvPicPr>
            <p:blipFill>
              <a:blip r:embed="rId9"/>
              <a:stretch/>
            </p:blipFill>
            <p:spPr>
              <a:xfrm flipH="1">
                <a:off x="7411680" y="528480"/>
                <a:ext cx="106200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4" name="Google Shape;155;p6" descr=""/>
              <p:cNvPicPr/>
              <p:nvPr/>
            </p:nvPicPr>
            <p:blipFill>
              <a:blip r:embed="rId10"/>
              <a:stretch/>
            </p:blipFill>
            <p:spPr>
              <a:xfrm flipH="1">
                <a:off x="5818680" y="52848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85" name="Google Shape;156;p6"/>
            <p:cNvGrpSpPr/>
            <p:nvPr/>
          </p:nvGrpSpPr>
          <p:grpSpPr>
            <a:xfrm>
              <a:off x="6349680" y="-3960"/>
              <a:ext cx="5841720" cy="693720"/>
              <a:chOff x="6349680" y="-3960"/>
              <a:chExt cx="5841720" cy="693720"/>
            </a:xfrm>
          </p:grpSpPr>
          <p:pic>
            <p:nvPicPr>
              <p:cNvPr id="186" name="Google Shape;157;p6" descr=""/>
              <p:cNvPicPr/>
              <p:nvPr/>
            </p:nvPicPr>
            <p:blipFill>
              <a:blip r:embed="rId11"/>
              <a:stretch/>
            </p:blipFill>
            <p:spPr>
              <a:xfrm flipH="1">
                <a:off x="1112976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7" name="Google Shape;158;p6" descr=""/>
              <p:cNvPicPr/>
              <p:nvPr/>
            </p:nvPicPr>
            <p:blipFill>
              <a:blip r:embed="rId12"/>
              <a:stretch/>
            </p:blipFill>
            <p:spPr>
              <a:xfrm flipH="1">
                <a:off x="9536040" y="-3960"/>
                <a:ext cx="106200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8" name="Google Shape;159;p6" descr=""/>
              <p:cNvPicPr/>
              <p:nvPr/>
            </p:nvPicPr>
            <p:blipFill>
              <a:blip r:embed="rId13"/>
              <a:stretch/>
            </p:blipFill>
            <p:spPr>
              <a:xfrm flipH="1">
                <a:off x="794304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89" name="Google Shape;160;p6" descr=""/>
              <p:cNvPicPr/>
              <p:nvPr/>
            </p:nvPicPr>
            <p:blipFill>
              <a:blip r:embed="rId14"/>
              <a:stretch/>
            </p:blipFill>
            <p:spPr>
              <a:xfrm flipH="1">
                <a:off x="6349680" y="-3960"/>
                <a:ext cx="1061640" cy="6937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190" name="Google Shape;161;p6"/>
          <p:cNvGrpSpPr/>
          <p:nvPr/>
        </p:nvGrpSpPr>
        <p:grpSpPr>
          <a:xfrm>
            <a:off x="360" y="5270400"/>
            <a:ext cx="3186000" cy="1757160"/>
            <a:chOff x="360" y="5270400"/>
            <a:chExt cx="3186000" cy="1757160"/>
          </a:xfrm>
        </p:grpSpPr>
        <p:grpSp>
          <p:nvGrpSpPr>
            <p:cNvPr id="191" name="Google Shape;162;p6"/>
            <p:cNvGrpSpPr/>
            <p:nvPr/>
          </p:nvGrpSpPr>
          <p:grpSpPr>
            <a:xfrm>
              <a:off x="531720" y="6334200"/>
              <a:ext cx="2654640" cy="693360"/>
              <a:chOff x="531720" y="6334200"/>
              <a:chExt cx="2654640" cy="693360"/>
            </a:xfrm>
          </p:grpSpPr>
          <p:pic>
            <p:nvPicPr>
              <p:cNvPr id="192" name="Google Shape;163;p6" descr=""/>
              <p:cNvPicPr/>
              <p:nvPr/>
            </p:nvPicPr>
            <p:blipFill>
              <a:blip r:embed="rId15"/>
              <a:stretch/>
            </p:blipFill>
            <p:spPr>
              <a:xfrm flipH="1">
                <a:off x="2124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3" name="Google Shape;164;p6" descr=""/>
              <p:cNvPicPr/>
              <p:nvPr/>
            </p:nvPicPr>
            <p:blipFill>
              <a:blip r:embed="rId16"/>
              <a:stretch/>
            </p:blipFill>
            <p:spPr>
              <a:xfrm flipH="1">
                <a:off x="531720" y="633420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94" name="Google Shape;165;p6"/>
            <p:cNvGrpSpPr/>
            <p:nvPr/>
          </p:nvGrpSpPr>
          <p:grpSpPr>
            <a:xfrm>
              <a:off x="360" y="5802840"/>
              <a:ext cx="2655360" cy="693360"/>
              <a:chOff x="360" y="5802840"/>
              <a:chExt cx="2655360" cy="693360"/>
            </a:xfrm>
          </p:grpSpPr>
          <p:pic>
            <p:nvPicPr>
              <p:cNvPr id="195" name="Google Shape;166;p6" descr=""/>
              <p:cNvPicPr/>
              <p:nvPr/>
            </p:nvPicPr>
            <p:blipFill>
              <a:blip r:embed="rId17"/>
              <a:stretch/>
            </p:blipFill>
            <p:spPr>
              <a:xfrm flipH="1">
                <a:off x="159408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96" name="Google Shape;167;p6" descr=""/>
              <p:cNvPicPr/>
              <p:nvPr/>
            </p:nvPicPr>
            <p:blipFill>
              <a:blip r:embed="rId18"/>
              <a:stretch/>
            </p:blipFill>
            <p:spPr>
              <a:xfrm flipH="1">
                <a:off x="360" y="5802840"/>
                <a:ext cx="1061640" cy="69336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197" name="Google Shape;168;p6" descr=""/>
            <p:cNvPicPr/>
            <p:nvPr/>
          </p:nvPicPr>
          <p:blipFill>
            <a:blip r:embed="rId19"/>
            <a:stretch/>
          </p:blipFill>
          <p:spPr>
            <a:xfrm flipH="1">
              <a:off x="531720" y="5270400"/>
              <a:ext cx="1061640" cy="6937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035000" y="536760"/>
            <a:ext cx="47826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103500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6373080" y="2032200"/>
            <a:ext cx="478260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sldNum" idx="5"/>
          </p:nvPr>
        </p:nvSpPr>
        <p:spPr>
          <a:xfrm>
            <a:off x="11638800" y="6311520"/>
            <a:ext cx="552600" cy="54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1FB439D3-0753-4C23-850A-811B45182FF7}" type="slidenum">
              <a:rPr b="0" lang="en" sz="1300" spc="-1" strike="noStrike">
                <a:solidFill>
                  <a:srgbClr val="68728d"/>
                </a:solidFill>
                <a:latin typeface="Montserrat Light"/>
                <a:ea typeface="Montserrat Light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/>
              <a:t>Giới Thiệu: Khí Hậu và Nông Nghiệp Việt 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800"/>
              <a:t>•  Nông nghiệp đóng vai trò cực kỳ quan trọng trong nền kinh tế Việt Nam, đảm bảo an ninh lương thực và sinh kế cho hàng triệu người dân.</a:t>
            </a:r>
          </a:p>
        </p:txBody>
      </p:sp>
    </p:spTree>
  </p:cSld>
  <p:clrMapOvr>
    <a:masterClrMapping/>
  </p:clrMapOvr>
  <p:transition spd="med" advClick="1">
    <p:strips dir="ru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Các Xu Hướng Thời Tiết Chính tại Việt 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Nhiệt độ trung bình của Việt Nam đã tăng lên đáng kể trong vài thập kỷ qua, gây ra nhiều hệ lụy cho môi trường và sản xuất.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Tần suất và cường độ của các đợt nắng nóng kéo dài đã gia tăng, đặc biệt ở các vùng đồng bằng và ven biển.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Lượng mưa có xu hướng thay đổi thất thường, với những đợt mưa lớn tập trung xen kẽ các giai đoạn khô hạn kéo dài.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Số lượng các cơn bão và áp thấp nhiệt đới có thể không tăng, nhưng cường độ của chúng thường mạnh hơn và khó lường hơn.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Mực nước biển dâng là một xu hướng đáng lo ngại, đặc biệt ảnh hưởng đến các vùng ven biển và Đồng bằng sông Cửu Long.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hiện tượng thời tiết cực đoan như hạn hán, lũ lụt, sạt lở đất đang trở nên phổ biến hơn trên khắp cả nước.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biến đổi khí hậu đang làm thay đổi rõ rệt các mùa vụ truyền thống, gây khó khăn cho việc lập kế hoạch canh tác.</a:t>
            </a:r>
          </a:p>
        </p:txBody>
      </p:sp>
      <p:pic>
        <p:nvPicPr>
          <p:cNvPr id="4" name="Picture 3" descr="b7540b53c12ab34573d2df91e2835e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ircl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Ảnh Hưởng của Nhiệt Độ Tăng và Hạn Hán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Nhiệt độ trung bình tăng cao đang làm thay đổi chu kỳ sinh trưởng của nhiều loại cây trồng chủ lực, ảnh hưởng trực tiếp đến năng suất.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đợt nắng nóng kéo dài gây ra tình trạng khô hạn nghiêm trọng, làm thiếu hụt nguồn nước tưới cho nông nghiệp.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Hạn hán làm giảm độ ẩm của đất, khiến đất đai bị thoái hóa, nứt nẻ và khó khăn trong việc canh tác.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Nhiều vùng nông nghiệp trọng điểm như Tây Nguyên và Nam Trung Bộ thường xuyên phải đối mặt với tình trạng thiếu nước.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Hạn hán cũng làm tăng nguy cơ cháy rừng, ảnh hưởng đến các vùng canh tác gần rừng và đa dạng sinh học.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Cây trồng và vật nuôi đều chịu stress nhiệt, làm giảm khả năng sinh sản, tăng nguy cơ mắc bệnh và giảm chất lượng sản phẩm.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phải đầu tư nhiều hơn vào hệ thống tưới tiêu và tìm kiếm các giống cây trồng chịu hạn tốt hơn để thích nghi.</a:t>
            </a:r>
          </a:p>
        </p:txBody>
      </p:sp>
      <p:pic>
        <p:nvPicPr>
          <p:cNvPr id="4" name="Picture 3" descr="e1a7d13154a73a4ff91cfec5e6af86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trips dir="r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Thực Trạng Mưa Lớn và Ngập Lụt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Lượng mưa lớn tập trung trong thời gian ngắn gây ra lũ quét và sạt lở đất ở các khu vực miền núi, phá hủy hoa màu và cơ sở hạ tầng.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Ngập lụt kéo dài làm úng ngập diện tích lớn đất nông nghiệp, gây thiệt hại nghiêm trọng cho lúa và các cây trồng khác.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Nước lũ cuốn trôi phù sa, làm xói mòn đất đai và rửa trôi các chất dinh dưỡng cần thiết cho cây trồng.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Hệ thống đê điều, kênh mương thủy lợi thường bị hư hại do lũ lụt, ảnh hưởng đến khả năng kiểm soát nước trong tương lai.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bệnh hại cây trồng và vật nuôi có thể bùng phát mạnh sau các đợt ngập lụt do môi trường ẩm ướt và ô nhiễm.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mất mùa và gặp khó khăn trong việc tái sản xuất, dẫn đến giảm thu nhập và tăng nguy cơ nghèo đói.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Ngập lụt còn ảnh hưởng đến việc vận chuyển nông sản, gây khó khăn cho việc tiêu thụ và phân phối hàng hóa.</a:t>
            </a:r>
          </a:p>
        </p:txBody>
      </p:sp>
      <p:pic>
        <p:nvPicPr>
          <p:cNvPr id="4" name="Picture 3" descr="8593657dd464f0fe32a18bb4f4ca9e9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Thay Đổi Mùa Vụ và Hiện Tượng Thời Tiết Bất Thường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thay đổi thất thường của các mùa vụ khiến nông dân khó khăn trong việc xác định thời điểm gieo trồng và thu hoạch.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Mưa trái mùa hoặc mưa muộn có thể làm hỏng vụ mùa đang trong giai đoạn phát triển hoặc thu hoạch, đặc biệt là cây ăn quả.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đợt không khí lạnh bất thường xuất hiện vào mùa khô hoặc mùa nóng gây thiệt hại cho cây trồng nhiệt đới và thủy sản.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Sương muối và rét đậm kéo dài ở miền Bắc ảnh hưởng nghiêm trọng đến cây trồng vụ đông và chăn nuôi gia súc.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Hiện tượng El Nino và La Nina gây ra các biến động khí hậu cực đoan, từ hạn hán đến lũ lụt trên diện rộng.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Thời tiết bất thường làm tăng rủi ro cho sản xuất nông nghiệp, buộc nông dân phải liên tục điều chỉnh kỹ thuật canh tác.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thiếu ổn định về thời tiết gây áp lực lớn lên hệ thống dự báo khí tượng thủy văn, yêu cầu độ chính xác cao hơn.</a:t>
            </a:r>
          </a:p>
        </p:txBody>
      </p:sp>
      <p:pic>
        <p:nvPicPr>
          <p:cNvPr id="4" name="Picture 3" descr="8c5777ca10658a0d545f9269753132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omb dir="ver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Nước Biển Dâng và Thách Thức Xâm Nhập Mặn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Mực nước biển dâng cao đang đẩy ranh giới nước mặn vào sâu trong nội đồng, đặc biệt tại Đồng bằng sông Cửu Long.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Xâm nhập mặn làm nhiễm mặn nguồn nước ngọt, ảnh hưởng nghiêm trọng đến việc tưới tiêu cho các loại cây trồng.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Nhiều diện tích đất canh tác lúa, cây ăn trái và nuôi trồng thủy sản nước ngọt bị ảnh hưởng nặng nề bởi độ mặn tăng cao.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buộc phải chuyển đổi cơ cấu cây trồng, vật nuôi sang các loài chịu mặn tốt hơn, nhưng không phải lúc nào cũng hiệu quả.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Cơ sở hạ tầng thủy lợi như cống, đập phải được nâng cấp để ngăn chặn nước mặn, đòi hỏi đầu tư lớn và công nghệ cao.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Xâm nhập mặn làm giảm năng suất cây trồng, tăng chi phí sản xuất và đe dọa an ninh lương thực khu vực phía Nam.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Hiện tượng này cũng ảnh hưởng đến nguồn nước sinh hoạt của người dân, gây ra nhiều khó khăn trong cuộc sống thường ngày.</a:t>
            </a:r>
          </a:p>
        </p:txBody>
      </p:sp>
      <p:pic>
        <p:nvPicPr>
          <p:cNvPr id="4" name="Picture 3" descr="a53676c1ea6b50c5911bbb00dcdd57d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Ảnh Hưởng Tổng Thể Lên Cây Trồng và Vật Nuôi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Năng suất và chất lượng của nhiều loại cây trồng chủ lực như lúa, cà phê, hồ tiêu bị suy giảm do thời tiết khắc nghiệt.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Biến đổi khí hậu tạo điều kiện thuận lợi cho sự phát triển và lây lan của các loại sâu bệnh hại mới, khó kiểm soát.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Nhiệt độ cao gây stress nhiệt cho vật nuôi, làm giảm khả năng sinh sản, tăng tỷ lệ mắc bệnh và tử vong.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vùng chăn nuôi gia súc, gia cầm phải đối mặt với dịch bệnh bùng phát thường xuyên hơn do môi trường thay đổi.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Nguồn thức ăn tự nhiên cho vật nuôi bị ảnh hưởng bởi hạn hán và lũ lụt, gây thiếu hụt và tăng chi phí chăn nuôi.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Sự thay đổi môi trường sống làm ảnh hưởng đến đa dạng sinh học, đe dọa các loài bản địa và hệ sinh thái nông nghiệp.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phải đối mặt với chi phí sản xuất tăng cao và rủi ro lớn hơn, ảnh hưởng đến lợi nhuận và cuộc sống.</a:t>
            </a:r>
          </a:p>
        </p:txBody>
      </p:sp>
      <p:pic>
        <p:nvPicPr>
          <p:cNvPr id="4" name="Picture 3" descr="65f10a581a2f1214650ec3a78cf0b3c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d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Các Giải Pháp Thích Ứng Trong Nông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Phát triển và ứng dụng các giống cây trồng, vật nuôi có khả năng chịu hạn, chịu mặn và chống chịu sâu bệnh tốt hơn.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Áp dụng các kỹ thuật tưới tiêu tiết kiệm nước như tưới nhỏ giọt, tưới phun mưa và quản lý nước thông minh.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Xây dựng và nâng cấp hệ thống thủy lợi, đê điều, cống ngăn mặn để chủ động ứng phó với biến đổi khí hậu.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Đa dạng hóa cây trồng và vật nuôi, chuyển đổi cơ cấu sản xuất phù hợp với điều kiện khí hậu từng vùng.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Tăng cường ứng dụng công nghệ thông tin vào dự báo thời tiết, cảnh báo sớm để nông dân chủ động kế hoạch sản xuất.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Phát triển các mô hình nông nghiệp thông minh, nông nghiệp hữu cơ, nông nghiệp tuần hoàn để tăng cường tính bền vững.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Khuyến khích sử dụng năng lượng tái tạo và các phương pháp canh tác thân thiện với môi trường để giảm phát thải.</a:t>
            </a:r>
          </a:p>
        </p:txBody>
      </p:sp>
      <p:pic>
        <p:nvPicPr>
          <p:cNvPr id="4" name="Picture 3" descr="592f20104df9140340764fda7dbc7f8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trips dir="ld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Chính Sách và Hỗ Trợ Phát Triển Bền Vững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Chính phủ cần ban hành các chính sách khuyến khích và hỗ trợ nông dân trong việc thích ứng với biến đổi khí hậu.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Đầu tư vào nghiên cứu khoa học và chuyển giao công nghệ mới để nâng cao năng lực sản xuất và khả năng chống chịu.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Tổ chức các chương trình đào tạo, tập huấn cho nông dân về kỹ thuật canh tác thích ứng và quản lý rủi ro.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Xây dựng quỹ hỗ trợ thiên tai và chính sách bảo hiểm nông nghiệp để giảm thiểu thiệt hại cho người dân.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Tăng cường hợp tác quốc tế để học hỏi kinh nghiệm, tiếp cận nguồn vốn và công nghệ tiên tiến từ các nước khác.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Phát triển chuỗi giá trị nông sản bền vững, đảm bảo đầu ra ổn định và nâng cao giá trị sản phẩm cho nông dân.</a:t>
            </a:r>
          </a:p>
        </p:txBody>
      </p:sp>
      <p:pic>
        <p:nvPicPr>
          <p:cNvPr id="4" name="Picture 3" descr="d3627b7c4abc83a19e73b37e4ea037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horz" dir="ou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Tương Lai và Hướng Đi Cho Nông Nghiệp Việt 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nghiệp Việt Nam cần hướng tới mô hình sản xuất bền vững, có khả năng chống chịu cao trước các cú sốc khí hậu.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Phát triển nền nông nghiệp xanh, thân thiện môi trường, giảm thiểu phát thải và sử dụng tài nguyên hiệu quả.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Đẩy mạnh ứng dụng công nghệ cao và nông nghiệp 4.0 để tối ưu hóa quy trình sản xuất và nâng cao năng suất.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Chú trọng vào việc bảo vệ và phục hồi các hệ sinh thái tự nhiên, đặc biệt là rừng ngập mặn và hệ thống sông ngòi.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Nâng cao năng lực dự báo và cảnh báo sớm, giúp nông dân có đủ thời gian chuẩn bị và ứng phó hiệu quả hơn.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Đảm bảo an ninh lương thực quốc gia trong bối cảnh biến đổi khí hậu ngày càng phức tạp và khó lường.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Xây dựng cộng đồng nông dân đoàn kết, có kiến thức và kỹ năng để chủ động vượt qua mọi thách thức trong tương lai.</a:t>
            </a:r>
          </a:p>
        </p:txBody>
      </p:sp>
      <p:pic>
        <p:nvPicPr>
          <p:cNvPr id="4" name="Picture 3" descr="7fe3dd149aaa1c74fc007dc4296f53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d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2026-03-20T10:28:25Z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