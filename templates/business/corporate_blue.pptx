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1E189F-43AA-4EDE-9AE2-F21B10CE1A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EFAC70-DCC9-4D55-B769-17447EE5FE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B0FAD5-C1E1-4C3A-BAC6-FA7534EBA1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9FFCCB-2EF0-4E58-A8DD-B763565001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3B25DE-9F32-43AC-BDDC-B2DEAA8886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62B76F-C2A1-485A-87D2-2A8453CE7A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814C6E-343C-419D-B26E-A9A83C788C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1C697B-87BE-40B5-8A49-1F9A410E9B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72DA46-D650-4679-854E-DB7B6943DC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5EBAE4-31B6-4DB5-B3E7-9BEC03F61F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21804C-E24E-46C2-831C-9246B471B0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DFEB86-2750-48FD-BF1B-E6DAE142FE7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0FBAD4-700E-4EFA-8C8A-3B6909C44B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98DA3D-F7D4-44F4-9675-CE8D482206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D88349-1548-40FC-BC8D-F6C3440BC5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2A6A03-3D33-423B-85F6-51FB3E95E4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C3E533-9E2B-4CAF-A50C-45F254BBE6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18A697-0616-4CD8-8C55-9DA61AF60C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270433-8A7D-4B6B-A603-E752511E11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3C92BB-6974-4E87-84EE-A140E599BA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84A290-5602-4D23-90BA-F64165F63E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AF6A7E-0889-4C0D-AAB2-CA1819319AE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14CF60-DC70-4156-873F-F264439FD59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7F18B5-6D40-4FCA-A317-954EA57AF54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DDC35B-AB47-4927-8AC1-62A860C98B9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 idx="4"/>
          </p:nvPr>
        </p:nvSpPr>
        <p:spPr>
          <a:xfrm>
            <a:off x="304560" y="4237560"/>
            <a:ext cx="1422360" cy="2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5"/>
          </p:nvPr>
        </p:nvSpPr>
        <p:spPr>
          <a:xfrm>
            <a:off x="2082600" y="4237560"/>
            <a:ext cx="1929960" cy="2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6"/>
          </p:nvPr>
        </p:nvSpPr>
        <p:spPr>
          <a:xfrm>
            <a:off x="4368600" y="4237560"/>
            <a:ext cx="1422360" cy="2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3618EF-7A00-46EF-8409-20C06731CD5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Click to edit the title 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text format</a:t>
            </a:r>
            <a:endParaRPr b="0" lang="en-US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94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3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13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75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3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33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37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3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33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18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3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133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18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3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133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18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3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133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2" descr=""/>
          <p:cNvPicPr/>
          <p:nvPr/>
        </p:nvPicPr>
        <p:blipFill>
          <a:blip r:embed="rId1"/>
          <a:srcRect l="22018" t="8473" r="3225" b="35456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grpSp>
        <p:nvGrpSpPr>
          <p:cNvPr id="83" name="Group 6"/>
          <p:cNvGrpSpPr/>
          <p:nvPr/>
        </p:nvGrpSpPr>
        <p:grpSpPr>
          <a:xfrm>
            <a:off x="360" y="2320200"/>
            <a:ext cx="1488600" cy="2153520"/>
            <a:chOff x="360" y="2320200"/>
            <a:chExt cx="1488600" cy="2153520"/>
          </a:xfrm>
        </p:grpSpPr>
        <p:sp>
          <p:nvSpPr>
            <p:cNvPr id="84" name="Freeform 6"/>
            <p:cNvSpPr/>
            <p:nvPr/>
          </p:nvSpPr>
          <p:spPr>
            <a:xfrm>
              <a:off x="360" y="2416680"/>
              <a:ext cx="1488600" cy="397080"/>
            </a:xfrm>
            <a:custGeom>
              <a:avLst/>
              <a:gdLst/>
              <a:ahLst/>
              <a:rect l="l" t="t" r="r" b="b"/>
              <a:pathLst>
                <a:path w="1536012" h="156984">
                  <a:moveTo>
                    <a:pt x="0" y="0"/>
                  </a:moveTo>
                  <a:lnTo>
                    <a:pt x="1536012" y="0"/>
                  </a:lnTo>
                  <a:lnTo>
                    <a:pt x="1536012" y="156984"/>
                  </a:lnTo>
                  <a:lnTo>
                    <a:pt x="0" y="156984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TextBox 7"/>
            <p:cNvSpPr/>
            <p:nvPr/>
          </p:nvSpPr>
          <p:spPr>
            <a:xfrm>
              <a:off x="360" y="2320200"/>
              <a:ext cx="787680" cy="215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6" name="Group 7"/>
          <p:cNvGrpSpPr/>
          <p:nvPr/>
        </p:nvGrpSpPr>
        <p:grpSpPr>
          <a:xfrm>
            <a:off x="360" y="3947400"/>
            <a:ext cx="1488600" cy="2153520"/>
            <a:chOff x="360" y="3947400"/>
            <a:chExt cx="1488600" cy="2153520"/>
          </a:xfrm>
        </p:grpSpPr>
        <p:sp>
          <p:nvSpPr>
            <p:cNvPr id="87" name="Freeform 7"/>
            <p:cNvSpPr/>
            <p:nvPr/>
          </p:nvSpPr>
          <p:spPr>
            <a:xfrm>
              <a:off x="360" y="4043880"/>
              <a:ext cx="1488600" cy="397080"/>
            </a:xfrm>
            <a:custGeom>
              <a:avLst/>
              <a:gdLst/>
              <a:ahLst/>
              <a:rect l="l" t="t" r="r" b="b"/>
              <a:pathLst>
                <a:path w="1536012" h="156984">
                  <a:moveTo>
                    <a:pt x="0" y="0"/>
                  </a:moveTo>
                  <a:lnTo>
                    <a:pt x="1536012" y="0"/>
                  </a:lnTo>
                  <a:lnTo>
                    <a:pt x="1536012" y="156984"/>
                  </a:lnTo>
                  <a:lnTo>
                    <a:pt x="0" y="156984"/>
                  </a:lnTo>
                  <a:close/>
                </a:path>
              </a:pathLst>
            </a:custGeom>
            <a:solidFill>
              <a:srgbClr val="7ed8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TextBox 8"/>
            <p:cNvSpPr/>
            <p:nvPr/>
          </p:nvSpPr>
          <p:spPr>
            <a:xfrm>
              <a:off x="360" y="3947400"/>
              <a:ext cx="787680" cy="215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9" name="Group 8"/>
          <p:cNvGrpSpPr/>
          <p:nvPr/>
        </p:nvGrpSpPr>
        <p:grpSpPr>
          <a:xfrm>
            <a:off x="7064640" y="3953520"/>
            <a:ext cx="5126760" cy="2201760"/>
            <a:chOff x="7064640" y="3953520"/>
            <a:chExt cx="5126760" cy="2201760"/>
          </a:xfrm>
        </p:grpSpPr>
        <p:sp>
          <p:nvSpPr>
            <p:cNvPr id="90" name="Freeform 8"/>
            <p:cNvSpPr/>
            <p:nvPr/>
          </p:nvSpPr>
          <p:spPr>
            <a:xfrm>
              <a:off x="7064640" y="4098240"/>
              <a:ext cx="5126760" cy="342720"/>
            </a:xfrm>
            <a:custGeom>
              <a:avLst/>
              <a:gdLst/>
              <a:ahLst/>
              <a:rect l="l" t="t" r="r" b="b"/>
              <a:pathLst>
                <a:path w="2135072" h="135474">
                  <a:moveTo>
                    <a:pt x="0" y="0"/>
                  </a:moveTo>
                  <a:lnTo>
                    <a:pt x="2135072" y="0"/>
                  </a:lnTo>
                  <a:lnTo>
                    <a:pt x="2135072" y="135474"/>
                  </a:lnTo>
                  <a:lnTo>
                    <a:pt x="0" y="135474"/>
                  </a:lnTo>
                  <a:close/>
                </a:path>
              </a:pathLst>
            </a:custGeom>
            <a:solidFill>
              <a:srgbClr val="7ed8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TextBox 9"/>
            <p:cNvSpPr/>
            <p:nvPr/>
          </p:nvSpPr>
          <p:spPr>
            <a:xfrm>
              <a:off x="7064640" y="3953520"/>
              <a:ext cx="1951560" cy="220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2" name="Rectangle 5"/>
          <p:cNvSpPr/>
          <p:nvPr/>
        </p:nvSpPr>
        <p:spPr>
          <a:xfrm>
            <a:off x="254160" y="266040"/>
            <a:ext cx="456840" cy="504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TextBox 4"/>
          <p:cNvSpPr/>
          <p:nvPr/>
        </p:nvSpPr>
        <p:spPr>
          <a:xfrm>
            <a:off x="894240" y="1820520"/>
            <a:ext cx="103323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Prese</a:t>
            </a: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ntatio</a:t>
            </a:r>
            <a:r>
              <a:rPr b="1" lang="en-US" sz="4000" spc="-1" strike="noStrike">
                <a:solidFill>
                  <a:srgbClr val="000000"/>
                </a:solidFill>
                <a:latin typeface="Calibri Light"/>
              </a:rPr>
              <a:t>n Title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15"/>
          <p:cNvGrpSpPr/>
          <p:nvPr/>
        </p:nvGrpSpPr>
        <p:grpSpPr>
          <a:xfrm>
            <a:off x="360" y="6558840"/>
            <a:ext cx="2057040" cy="2153520"/>
            <a:chOff x="360" y="6558840"/>
            <a:chExt cx="2057040" cy="2153520"/>
          </a:xfrm>
        </p:grpSpPr>
        <p:sp>
          <p:nvSpPr>
            <p:cNvPr id="95" name="Freeform 15"/>
            <p:cNvSpPr/>
            <p:nvPr/>
          </p:nvSpPr>
          <p:spPr>
            <a:xfrm>
              <a:off x="360" y="6655320"/>
              <a:ext cx="685440" cy="202320"/>
            </a:xfrm>
            <a:custGeom>
              <a:avLst/>
              <a:gdLst/>
              <a:ah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" name="TextBox 35"/>
            <p:cNvSpPr/>
            <p:nvPr/>
          </p:nvSpPr>
          <p:spPr>
            <a:xfrm>
              <a:off x="360" y="6558840"/>
              <a:ext cx="2057040" cy="215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7" name="Group 16"/>
          <p:cNvGrpSpPr/>
          <p:nvPr/>
        </p:nvGrpSpPr>
        <p:grpSpPr>
          <a:xfrm>
            <a:off x="11505960" y="-96120"/>
            <a:ext cx="2057040" cy="2153520"/>
            <a:chOff x="11505960" y="-96120"/>
            <a:chExt cx="2057040" cy="2153520"/>
          </a:xfrm>
        </p:grpSpPr>
        <p:sp>
          <p:nvSpPr>
            <p:cNvPr id="98" name="Freeform 16"/>
            <p:cNvSpPr/>
            <p:nvPr/>
          </p:nvSpPr>
          <p:spPr>
            <a:xfrm>
              <a:off x="11505960" y="360"/>
              <a:ext cx="685440" cy="202320"/>
            </a:xfrm>
            <a:custGeom>
              <a:avLst/>
              <a:gdLst/>
              <a:ah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" name="TextBox 36"/>
            <p:cNvSpPr/>
            <p:nvPr/>
          </p:nvSpPr>
          <p:spPr>
            <a:xfrm>
              <a:off x="11505960" y="-96120"/>
              <a:ext cx="2057040" cy="215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" name="Group 17"/>
          <p:cNvGrpSpPr/>
          <p:nvPr/>
        </p:nvGrpSpPr>
        <p:grpSpPr>
          <a:xfrm>
            <a:off x="360" y="-96120"/>
            <a:ext cx="2057040" cy="2153520"/>
            <a:chOff x="360" y="-96120"/>
            <a:chExt cx="2057040" cy="2153520"/>
          </a:xfrm>
        </p:grpSpPr>
        <p:sp>
          <p:nvSpPr>
            <p:cNvPr id="101" name="Freeform 17"/>
            <p:cNvSpPr/>
            <p:nvPr/>
          </p:nvSpPr>
          <p:spPr>
            <a:xfrm>
              <a:off x="360" y="360"/>
              <a:ext cx="685440" cy="202320"/>
            </a:xfrm>
            <a:custGeom>
              <a:avLst/>
              <a:gdLst/>
              <a:ah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" name="TextBox 37"/>
            <p:cNvSpPr/>
            <p:nvPr/>
          </p:nvSpPr>
          <p:spPr>
            <a:xfrm>
              <a:off x="360" y="-96120"/>
              <a:ext cx="2057040" cy="215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3" name="Group 18"/>
          <p:cNvGrpSpPr/>
          <p:nvPr/>
        </p:nvGrpSpPr>
        <p:grpSpPr>
          <a:xfrm>
            <a:off x="11505960" y="6558840"/>
            <a:ext cx="2057040" cy="2153520"/>
            <a:chOff x="11505960" y="6558840"/>
            <a:chExt cx="2057040" cy="2153520"/>
          </a:xfrm>
        </p:grpSpPr>
        <p:sp>
          <p:nvSpPr>
            <p:cNvPr id="104" name="Freeform 18"/>
            <p:cNvSpPr/>
            <p:nvPr/>
          </p:nvSpPr>
          <p:spPr>
            <a:xfrm>
              <a:off x="11505960" y="6655320"/>
              <a:ext cx="685440" cy="202320"/>
            </a:xfrm>
            <a:custGeom>
              <a:avLst/>
              <a:gdLst/>
              <a:ah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00c28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TextBox 38"/>
            <p:cNvSpPr/>
            <p:nvPr/>
          </p:nvSpPr>
          <p:spPr>
            <a:xfrm>
              <a:off x="11505960" y="6558840"/>
              <a:ext cx="2057040" cy="215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6" name="TextBox 5"/>
          <p:cNvSpPr/>
          <p:nvPr/>
        </p:nvSpPr>
        <p:spPr>
          <a:xfrm>
            <a:off x="731520" y="488880"/>
            <a:ext cx="1051524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800" spc="-1" strike="noStrike">
                <a:solidFill>
                  <a:srgbClr val="000000"/>
                </a:solidFill>
                <a:latin typeface="Calibri Light"/>
              </a:rPr>
              <a:t>Content Slide Title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6"/>
          <p:cNvSpPr/>
          <p:nvPr/>
        </p:nvSpPr>
        <p:spPr>
          <a:xfrm>
            <a:off x="731520" y="1357560"/>
            <a:ext cx="1828440" cy="378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TextBox 6"/>
          <p:cNvSpPr/>
          <p:nvPr/>
        </p:nvSpPr>
        <p:spPr>
          <a:xfrm>
            <a:off x="731520" y="1586160"/>
            <a:ext cx="1051524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d4deec"/>
                </a:solidFill>
                <a:latin typeface="Calibri"/>
              </a:rPr>
              <a:t>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Sample point one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Key idea two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Styled bullets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Auto-fit sizing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 • 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Gradient backgrounds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9" name="Rectangle 7"/>
          <p:cNvSpPr/>
          <p:nvPr/>
        </p:nvSpPr>
        <p:spPr>
          <a:xfrm>
            <a:off x="457200" y="6542280"/>
            <a:ext cx="11277000" cy="72720"/>
          </a:xfrm>
          <a:prstGeom prst="rect">
            <a:avLst/>
          </a:prstGeom>
          <a:gradFill rotWithShape="0">
            <a:gsLst>
              <a:gs pos="0">
                <a:srgbClr val="1d4ed8"/>
              </a:gs>
              <a:gs pos="100000">
                <a:srgbClr val="3b82f6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2"/>
          <p:cNvGrpSpPr/>
          <p:nvPr/>
        </p:nvGrpSpPr>
        <p:grpSpPr>
          <a:xfrm>
            <a:off x="360" y="6558840"/>
            <a:ext cx="2057040" cy="2153520"/>
            <a:chOff x="360" y="6558840"/>
            <a:chExt cx="2057040" cy="2153520"/>
          </a:xfrm>
        </p:grpSpPr>
        <p:sp>
          <p:nvSpPr>
            <p:cNvPr id="111" name="Freeform 3"/>
            <p:cNvSpPr/>
            <p:nvPr/>
          </p:nvSpPr>
          <p:spPr>
            <a:xfrm>
              <a:off x="360" y="6655320"/>
              <a:ext cx="685440" cy="202320"/>
            </a:xfrm>
            <a:custGeom>
              <a:avLst/>
              <a:gdLst/>
              <a:ah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TextBox 12"/>
            <p:cNvSpPr/>
            <p:nvPr/>
          </p:nvSpPr>
          <p:spPr>
            <a:xfrm>
              <a:off x="360" y="6558840"/>
              <a:ext cx="2057040" cy="215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3" name="Group 5"/>
          <p:cNvGrpSpPr/>
          <p:nvPr/>
        </p:nvGrpSpPr>
        <p:grpSpPr>
          <a:xfrm>
            <a:off x="11505960" y="-96120"/>
            <a:ext cx="2057040" cy="2153520"/>
            <a:chOff x="11505960" y="-96120"/>
            <a:chExt cx="2057040" cy="2153520"/>
          </a:xfrm>
        </p:grpSpPr>
        <p:sp>
          <p:nvSpPr>
            <p:cNvPr id="114" name="Freeform 19"/>
            <p:cNvSpPr/>
            <p:nvPr/>
          </p:nvSpPr>
          <p:spPr>
            <a:xfrm>
              <a:off x="11505960" y="360"/>
              <a:ext cx="685440" cy="202320"/>
            </a:xfrm>
            <a:custGeom>
              <a:avLst/>
              <a:gdLst/>
              <a:ah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7ed8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" name="TextBox 13"/>
            <p:cNvSpPr/>
            <p:nvPr/>
          </p:nvSpPr>
          <p:spPr>
            <a:xfrm>
              <a:off x="11505960" y="-96120"/>
              <a:ext cx="2057040" cy="215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6" name="Group 20"/>
          <p:cNvGrpSpPr/>
          <p:nvPr/>
        </p:nvGrpSpPr>
        <p:grpSpPr>
          <a:xfrm>
            <a:off x="360" y="-96120"/>
            <a:ext cx="2057040" cy="2153520"/>
            <a:chOff x="360" y="-96120"/>
            <a:chExt cx="2057040" cy="2153520"/>
          </a:xfrm>
        </p:grpSpPr>
        <p:sp>
          <p:nvSpPr>
            <p:cNvPr id="117" name="Freeform 25"/>
            <p:cNvSpPr/>
            <p:nvPr/>
          </p:nvSpPr>
          <p:spPr>
            <a:xfrm>
              <a:off x="360" y="360"/>
              <a:ext cx="685440" cy="202320"/>
            </a:xfrm>
            <a:custGeom>
              <a:avLst/>
              <a:gdLst/>
              <a:ah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b4b4b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TextBox 41"/>
            <p:cNvSpPr/>
            <p:nvPr/>
          </p:nvSpPr>
          <p:spPr>
            <a:xfrm>
              <a:off x="360" y="-96120"/>
              <a:ext cx="2057040" cy="215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" name="Group 21"/>
          <p:cNvGrpSpPr/>
          <p:nvPr/>
        </p:nvGrpSpPr>
        <p:grpSpPr>
          <a:xfrm>
            <a:off x="11505960" y="6558840"/>
            <a:ext cx="2057040" cy="2153520"/>
            <a:chOff x="11505960" y="6558840"/>
            <a:chExt cx="2057040" cy="2153520"/>
          </a:xfrm>
        </p:grpSpPr>
        <p:sp>
          <p:nvSpPr>
            <p:cNvPr id="120" name="Freeform 26"/>
            <p:cNvSpPr/>
            <p:nvPr/>
          </p:nvSpPr>
          <p:spPr>
            <a:xfrm>
              <a:off x="11505960" y="6655320"/>
              <a:ext cx="685440" cy="202320"/>
            </a:xfrm>
            <a:custGeom>
              <a:avLst/>
              <a:gdLst/>
              <a:ahLst/>
              <a:rect l="l" t="t" r="r" b="b"/>
              <a:pathLst>
                <a:path w="270933" h="80000">
                  <a:moveTo>
                    <a:pt x="0" y="0"/>
                  </a:moveTo>
                  <a:lnTo>
                    <a:pt x="270933" y="0"/>
                  </a:lnTo>
                  <a:lnTo>
                    <a:pt x="270933" y="80000"/>
                  </a:lnTo>
                  <a:lnTo>
                    <a:pt x="0" y="80000"/>
                  </a:lnTo>
                  <a:close/>
                </a:path>
              </a:pathLst>
            </a:custGeom>
            <a:solidFill>
              <a:srgbClr val="b4b4b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TextBox 42"/>
            <p:cNvSpPr/>
            <p:nvPr/>
          </p:nvSpPr>
          <p:spPr>
            <a:xfrm>
              <a:off x="11505960" y="6558840"/>
              <a:ext cx="2057040" cy="215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2" name="TextBox 10"/>
          <p:cNvSpPr/>
          <p:nvPr/>
        </p:nvSpPr>
        <p:spPr>
          <a:xfrm>
            <a:off x="914400" y="2317320"/>
            <a:ext cx="10332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000000"/>
                </a:solidFill>
                <a:latin typeface="Calibri Light"/>
              </a:rPr>
              <a:t>Thank You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11"/>
          <p:cNvSpPr/>
          <p:nvPr/>
        </p:nvSpPr>
        <p:spPr>
          <a:xfrm>
            <a:off x="1828800" y="4146120"/>
            <a:ext cx="8503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93c5fd"/>
                </a:solidFill>
                <a:latin typeface="Calibri"/>
              </a:rPr>
              <a:t>Questions? Contact us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" name="Rectangle 8"/>
          <p:cNvSpPr/>
          <p:nvPr/>
        </p:nvSpPr>
        <p:spPr>
          <a:xfrm>
            <a:off x="457200" y="5334840"/>
            <a:ext cx="11277000" cy="72720"/>
          </a:xfrm>
          <a:prstGeom prst="rect">
            <a:avLst/>
          </a:prstGeom>
          <a:gradFill rotWithShape="0">
            <a:gsLst>
              <a:gs pos="0">
                <a:srgbClr val="1d4ed8"/>
              </a:gs>
              <a:gs pos="100000">
                <a:srgbClr val="3b82f6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2026-03-20T10:21:03Z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