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7"/>
    <p:sldId id="257" r:id="rId8"/>
    <p:sldId id="258" r:id="rId6"/>
    <p:sldId id="259" r:id="rId10"/>
    <p:sldId id="260" r:id="rId11"/>
    <p:sldId id="261" r:id="rId12"/>
    <p:sldId id="262" r:id="rId13"/>
    <p:sldId id="263" r:id="rId14"/>
    <p:sldId id="264" r:id="rId15"/>
    <p:sldId id="265" r:id="rId16"/>
    <p:sldId id="266" r:id="rId1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2C68B53-4FD0-48A7-866C-BC65B59EB947}"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6" name="PlaceHolder 2"/>
          <p:cNvSpPr>
            <a:spLocks noGrp="1"/>
          </p:cNvSpPr>
          <p:nvPr>
            <p:ph type="subTitle"/>
          </p:nvPr>
        </p:nvSpPr>
        <p:spPr>
          <a:xfrm>
            <a:off x="1035000" y="2032200"/>
            <a:ext cx="4782600" cy="4102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4AE2BB7-3F10-4E59-BC8A-0A732B183065}"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8" name="PlaceHolder 2"/>
          <p:cNvSpPr>
            <a:spLocks noGrp="1"/>
          </p:cNvSpPr>
          <p:nvPr>
            <p:ph/>
          </p:nvPr>
        </p:nvSpPr>
        <p:spPr>
          <a:xfrm>
            <a:off x="1035000" y="2032200"/>
            <a:ext cx="478260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309BD86-E7F5-4F2A-A9B0-756A6054B3F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0"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1"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7FD7959B-5E1B-44F7-A8F5-5C039C208794}"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5CBED51-A763-42A6-B09A-8B427F5BEFBE}"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035000" y="536760"/>
            <a:ext cx="4782600" cy="529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3FD60EB-770C-4F31-9716-2BAD71DD91A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5"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7"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00A2E29-30E5-4E8A-8297-85C4AD0E052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9"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0"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1" name="PlaceHolder 4"/>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0746E18-40E0-4822-A273-E8BC5BEF02E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3"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4"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5" name="PlaceHolder 4"/>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A7E2484-1FE5-4625-B119-B755C29FFC3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7" name="PlaceHolder 2"/>
          <p:cNvSpPr>
            <a:spLocks noGrp="1"/>
          </p:cNvSpPr>
          <p:nvPr>
            <p:ph/>
          </p:nvPr>
        </p:nvSpPr>
        <p:spPr>
          <a:xfrm>
            <a:off x="1035000" y="203220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8" name="PlaceHolder 3"/>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C56B1CA-B26D-44D7-A797-59BAB13B9255}"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30"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1"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2"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3" name="PlaceHolder 5"/>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CE5734F3-342F-4C25-8E8F-9486C0C1801B}"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35" name="PlaceHolder 2"/>
          <p:cNvSpPr>
            <a:spLocks noGrp="1"/>
          </p:cNvSpPr>
          <p:nvPr>
            <p:ph/>
          </p:nvPr>
        </p:nvSpPr>
        <p:spPr>
          <a:xfrm>
            <a:off x="103500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6" name="PlaceHolder 3"/>
          <p:cNvSpPr>
            <a:spLocks noGrp="1"/>
          </p:cNvSpPr>
          <p:nvPr>
            <p:ph/>
          </p:nvPr>
        </p:nvSpPr>
        <p:spPr>
          <a:xfrm>
            <a:off x="265212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7" name="PlaceHolder 4"/>
          <p:cNvSpPr>
            <a:spLocks noGrp="1"/>
          </p:cNvSpPr>
          <p:nvPr>
            <p:ph/>
          </p:nvPr>
        </p:nvSpPr>
        <p:spPr>
          <a:xfrm>
            <a:off x="426924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8" name="PlaceHolder 5"/>
          <p:cNvSpPr>
            <a:spLocks noGrp="1"/>
          </p:cNvSpPr>
          <p:nvPr>
            <p:ph/>
          </p:nvPr>
        </p:nvSpPr>
        <p:spPr>
          <a:xfrm>
            <a:off x="103500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39" name="PlaceHolder 6"/>
          <p:cNvSpPr>
            <a:spLocks noGrp="1"/>
          </p:cNvSpPr>
          <p:nvPr>
            <p:ph/>
          </p:nvPr>
        </p:nvSpPr>
        <p:spPr>
          <a:xfrm>
            <a:off x="265212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40" name="PlaceHolder 7"/>
          <p:cNvSpPr>
            <a:spLocks noGrp="1"/>
          </p:cNvSpPr>
          <p:nvPr>
            <p:ph/>
          </p:nvPr>
        </p:nvSpPr>
        <p:spPr>
          <a:xfrm>
            <a:off x="426924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5ABD7B26-AF24-4B61-BB45-6DFB285E5372}"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2"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73" name="PlaceHolder 2"/>
          <p:cNvSpPr>
            <a:spLocks noGrp="1"/>
          </p:cNvSpPr>
          <p:nvPr>
            <p:ph type="subTitle"/>
          </p:nvPr>
        </p:nvSpPr>
        <p:spPr>
          <a:xfrm>
            <a:off x="1035000" y="2032200"/>
            <a:ext cx="4782600" cy="41025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75" name="PlaceHolder 2"/>
          <p:cNvSpPr>
            <a:spLocks noGrp="1"/>
          </p:cNvSpPr>
          <p:nvPr>
            <p:ph/>
          </p:nvPr>
        </p:nvSpPr>
        <p:spPr>
          <a:xfrm>
            <a:off x="1035000" y="2032200"/>
            <a:ext cx="478260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77"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78"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0" name="PlaceHolder 1"/>
          <p:cNvSpPr>
            <a:spLocks noGrp="1"/>
          </p:cNvSpPr>
          <p:nvPr>
            <p:ph type="subTitle"/>
          </p:nvPr>
        </p:nvSpPr>
        <p:spPr>
          <a:xfrm>
            <a:off x="1035000" y="536760"/>
            <a:ext cx="4782600" cy="529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82"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83"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84"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86"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87"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88" name="PlaceHolder 4"/>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90"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1"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2" name="PlaceHolder 4"/>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94" name="PlaceHolder 2"/>
          <p:cNvSpPr>
            <a:spLocks noGrp="1"/>
          </p:cNvSpPr>
          <p:nvPr>
            <p:ph/>
          </p:nvPr>
        </p:nvSpPr>
        <p:spPr>
          <a:xfrm>
            <a:off x="1035000" y="203220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5" name="PlaceHolder 3"/>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97"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8"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9"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00" name="PlaceHolder 5"/>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02" name="PlaceHolder 2"/>
          <p:cNvSpPr>
            <a:spLocks noGrp="1"/>
          </p:cNvSpPr>
          <p:nvPr>
            <p:ph/>
          </p:nvPr>
        </p:nvSpPr>
        <p:spPr>
          <a:xfrm>
            <a:off x="103500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03" name="PlaceHolder 3"/>
          <p:cNvSpPr>
            <a:spLocks noGrp="1"/>
          </p:cNvSpPr>
          <p:nvPr>
            <p:ph/>
          </p:nvPr>
        </p:nvSpPr>
        <p:spPr>
          <a:xfrm>
            <a:off x="265212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04" name="PlaceHolder 4"/>
          <p:cNvSpPr>
            <a:spLocks noGrp="1"/>
          </p:cNvSpPr>
          <p:nvPr>
            <p:ph/>
          </p:nvPr>
        </p:nvSpPr>
        <p:spPr>
          <a:xfrm>
            <a:off x="426924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05" name="PlaceHolder 5"/>
          <p:cNvSpPr>
            <a:spLocks noGrp="1"/>
          </p:cNvSpPr>
          <p:nvPr>
            <p:ph/>
          </p:nvPr>
        </p:nvSpPr>
        <p:spPr>
          <a:xfrm>
            <a:off x="103500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06" name="PlaceHolder 6"/>
          <p:cNvSpPr>
            <a:spLocks noGrp="1"/>
          </p:cNvSpPr>
          <p:nvPr>
            <p:ph/>
          </p:nvPr>
        </p:nvSpPr>
        <p:spPr>
          <a:xfrm>
            <a:off x="265212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07" name="PlaceHolder 7"/>
          <p:cNvSpPr>
            <a:spLocks noGrp="1"/>
          </p:cNvSpPr>
          <p:nvPr>
            <p:ph/>
          </p:nvPr>
        </p:nvSpPr>
        <p:spPr>
          <a:xfrm>
            <a:off x="426924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45AA9E2D-AFBD-4B3B-88EA-B268FF2AC6A1}"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7"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38" name="PlaceHolder 2"/>
          <p:cNvSpPr>
            <a:spLocks noGrp="1"/>
          </p:cNvSpPr>
          <p:nvPr>
            <p:ph type="subTitle"/>
          </p:nvPr>
        </p:nvSpPr>
        <p:spPr>
          <a:xfrm>
            <a:off x="1035000" y="2032200"/>
            <a:ext cx="4782600" cy="4102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4"/>
          </p:nvPr>
        </p:nvSpPr>
        <p:spPr/>
        <p:txBody>
          <a:bodyPr/>
          <a:p>
            <a:fld id="{4E148DEC-0239-4FB9-B402-20215A8B8703}"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40" name="PlaceHolder 2"/>
          <p:cNvSpPr>
            <a:spLocks noGrp="1"/>
          </p:cNvSpPr>
          <p:nvPr>
            <p:ph/>
          </p:nvPr>
        </p:nvSpPr>
        <p:spPr>
          <a:xfrm>
            <a:off x="1035000" y="2032200"/>
            <a:ext cx="478260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4" name="PlaceHolder 3"/>
          <p:cNvSpPr>
            <a:spLocks noGrp="1"/>
          </p:cNvSpPr>
          <p:nvPr>
            <p:ph type="sldNum" idx="4"/>
          </p:nvPr>
        </p:nvSpPr>
        <p:spPr/>
        <p:txBody>
          <a:bodyPr/>
          <a:p>
            <a:fld id="{284CC2A0-1E79-4F8D-8484-8F54266F2E6C}"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42"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43"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5" name="PlaceHolder 4"/>
          <p:cNvSpPr>
            <a:spLocks noGrp="1"/>
          </p:cNvSpPr>
          <p:nvPr>
            <p:ph type="sldNum" idx="4"/>
          </p:nvPr>
        </p:nvSpPr>
        <p:spPr/>
        <p:txBody>
          <a:bodyPr/>
          <a:p>
            <a:fld id="{F2F0AEA6-B959-47EF-B650-B5A47249F4B3}"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4"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3" name="PlaceHolder 2"/>
          <p:cNvSpPr>
            <a:spLocks noGrp="1"/>
          </p:cNvSpPr>
          <p:nvPr>
            <p:ph type="sldNum" idx="4"/>
          </p:nvPr>
        </p:nvSpPr>
        <p:spPr/>
        <p:txBody>
          <a:bodyPr/>
          <a:p>
            <a:fld id="{341F9545-C396-4C77-A82C-5857BDDA499A}"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5" name="PlaceHolder 1"/>
          <p:cNvSpPr>
            <a:spLocks noGrp="1"/>
          </p:cNvSpPr>
          <p:nvPr>
            <p:ph type="subTitle"/>
          </p:nvPr>
        </p:nvSpPr>
        <p:spPr>
          <a:xfrm>
            <a:off x="1035000" y="536760"/>
            <a:ext cx="4782600" cy="529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4"/>
          </p:nvPr>
        </p:nvSpPr>
        <p:spPr/>
        <p:txBody>
          <a:bodyPr/>
          <a:p>
            <a:fld id="{CFE31F71-1F48-400E-8125-446C2BB03D78}"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47"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48"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49"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sldNum" idx="4"/>
          </p:nvPr>
        </p:nvSpPr>
        <p:spPr/>
        <p:txBody>
          <a:bodyPr/>
          <a:p>
            <a:fld id="{19211E6F-49AA-49EC-B79C-5A87676BCBD1}"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51"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52"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53" name="PlaceHolder 4"/>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sldNum" idx="4"/>
          </p:nvPr>
        </p:nvSpPr>
        <p:spPr/>
        <p:txBody>
          <a:bodyPr/>
          <a:p>
            <a:fld id="{206F5A7E-3CAD-490F-BBA5-E20CDC2A4A9E}"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55"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56"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57" name="PlaceHolder 4"/>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sldNum" idx="4"/>
          </p:nvPr>
        </p:nvSpPr>
        <p:spPr/>
        <p:txBody>
          <a:bodyPr/>
          <a:p>
            <a:fld id="{4EC4E879-2913-47B9-913F-670A42A27DF8}"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59" name="PlaceHolder 2"/>
          <p:cNvSpPr>
            <a:spLocks noGrp="1"/>
          </p:cNvSpPr>
          <p:nvPr>
            <p:ph/>
          </p:nvPr>
        </p:nvSpPr>
        <p:spPr>
          <a:xfrm>
            <a:off x="1035000" y="203220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0" name="PlaceHolder 3"/>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5" name="PlaceHolder 4"/>
          <p:cNvSpPr>
            <a:spLocks noGrp="1"/>
          </p:cNvSpPr>
          <p:nvPr>
            <p:ph type="sldNum" idx="4"/>
          </p:nvPr>
        </p:nvSpPr>
        <p:spPr/>
        <p:txBody>
          <a:bodyPr/>
          <a:p>
            <a:fld id="{2CD6E512-46BE-44A9-8067-2D32AF010406}"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62"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3"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4"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5" name="PlaceHolder 5"/>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7" name="PlaceHolder 6"/>
          <p:cNvSpPr>
            <a:spLocks noGrp="1"/>
          </p:cNvSpPr>
          <p:nvPr>
            <p:ph type="sldNum" idx="4"/>
          </p:nvPr>
        </p:nvSpPr>
        <p:spPr/>
        <p:txBody>
          <a:bodyPr/>
          <a:p>
            <a:fld id="{D3BDD29A-2325-4500-B8D0-7CFEFDB12B4F}"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167" name="PlaceHolder 2"/>
          <p:cNvSpPr>
            <a:spLocks noGrp="1"/>
          </p:cNvSpPr>
          <p:nvPr>
            <p:ph/>
          </p:nvPr>
        </p:nvSpPr>
        <p:spPr>
          <a:xfrm>
            <a:off x="103500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8" name="PlaceHolder 3"/>
          <p:cNvSpPr>
            <a:spLocks noGrp="1"/>
          </p:cNvSpPr>
          <p:nvPr>
            <p:ph/>
          </p:nvPr>
        </p:nvSpPr>
        <p:spPr>
          <a:xfrm>
            <a:off x="265212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69" name="PlaceHolder 4"/>
          <p:cNvSpPr>
            <a:spLocks noGrp="1"/>
          </p:cNvSpPr>
          <p:nvPr>
            <p:ph/>
          </p:nvPr>
        </p:nvSpPr>
        <p:spPr>
          <a:xfrm>
            <a:off x="426924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70" name="PlaceHolder 5"/>
          <p:cNvSpPr>
            <a:spLocks noGrp="1"/>
          </p:cNvSpPr>
          <p:nvPr>
            <p:ph/>
          </p:nvPr>
        </p:nvSpPr>
        <p:spPr>
          <a:xfrm>
            <a:off x="103500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71" name="PlaceHolder 6"/>
          <p:cNvSpPr>
            <a:spLocks noGrp="1"/>
          </p:cNvSpPr>
          <p:nvPr>
            <p:ph/>
          </p:nvPr>
        </p:nvSpPr>
        <p:spPr>
          <a:xfrm>
            <a:off x="265212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172" name="PlaceHolder 7"/>
          <p:cNvSpPr>
            <a:spLocks noGrp="1"/>
          </p:cNvSpPr>
          <p:nvPr>
            <p:ph/>
          </p:nvPr>
        </p:nvSpPr>
        <p:spPr>
          <a:xfrm>
            <a:off x="426924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 name="PlaceHolder 8"/>
          <p:cNvSpPr>
            <a:spLocks noGrp="1"/>
          </p:cNvSpPr>
          <p:nvPr>
            <p:ph type="sldNum" idx="4"/>
          </p:nvPr>
        </p:nvSpPr>
        <p:spPr/>
        <p:txBody>
          <a:bodyPr/>
          <a:p>
            <a:fld id="{146828E9-5128-41E2-A552-0672C889B26A}"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A1288201-BAAE-4CC7-A0BA-435F0CCFFA51}"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2"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03" name="PlaceHolder 2"/>
          <p:cNvSpPr>
            <a:spLocks noGrp="1"/>
          </p:cNvSpPr>
          <p:nvPr>
            <p:ph type="subTitle"/>
          </p:nvPr>
        </p:nvSpPr>
        <p:spPr>
          <a:xfrm>
            <a:off x="1035000" y="2032200"/>
            <a:ext cx="4782600" cy="4102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5"/>
          </p:nvPr>
        </p:nvSpPr>
        <p:spPr/>
        <p:txBody>
          <a:bodyPr/>
          <a:p>
            <a:fld id="{FE60BE6E-A841-4249-8347-07B6D5BED494}"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05" name="PlaceHolder 2"/>
          <p:cNvSpPr>
            <a:spLocks noGrp="1"/>
          </p:cNvSpPr>
          <p:nvPr>
            <p:ph/>
          </p:nvPr>
        </p:nvSpPr>
        <p:spPr>
          <a:xfrm>
            <a:off x="1035000" y="2032200"/>
            <a:ext cx="478260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4" name="PlaceHolder 3"/>
          <p:cNvSpPr>
            <a:spLocks noGrp="1"/>
          </p:cNvSpPr>
          <p:nvPr>
            <p:ph type="sldNum" idx="5"/>
          </p:nvPr>
        </p:nvSpPr>
        <p:spPr/>
        <p:txBody>
          <a:bodyPr/>
          <a:p>
            <a:fld id="{1041196B-7A43-4B56-9DF4-EA4EA0F52F09}"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07"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08"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5" name="PlaceHolder 4"/>
          <p:cNvSpPr>
            <a:spLocks noGrp="1"/>
          </p:cNvSpPr>
          <p:nvPr>
            <p:ph type="sldNum" idx="5"/>
          </p:nvPr>
        </p:nvSpPr>
        <p:spPr/>
        <p:txBody>
          <a:bodyPr/>
          <a:p>
            <a:fld id="{E68B62BA-B2F6-42CF-A61A-1485A7FE152D}"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3" name="PlaceHolder 2"/>
          <p:cNvSpPr>
            <a:spLocks noGrp="1"/>
          </p:cNvSpPr>
          <p:nvPr>
            <p:ph type="sldNum" idx="5"/>
          </p:nvPr>
        </p:nvSpPr>
        <p:spPr/>
        <p:txBody>
          <a:bodyPr/>
          <a:p>
            <a:fld id="{6550A292-82BE-4685-935D-8BDD547740D8}"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0" name="PlaceHolder 1"/>
          <p:cNvSpPr>
            <a:spLocks noGrp="1"/>
          </p:cNvSpPr>
          <p:nvPr>
            <p:ph type="subTitle"/>
          </p:nvPr>
        </p:nvSpPr>
        <p:spPr>
          <a:xfrm>
            <a:off x="1035000" y="536760"/>
            <a:ext cx="4782600" cy="529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5"/>
          </p:nvPr>
        </p:nvSpPr>
        <p:spPr/>
        <p:txBody>
          <a:bodyPr/>
          <a:p>
            <a:fld id="{F8120580-06D5-4983-BDF6-AFC1CD809596}"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12"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13" name="PlaceHolder 3"/>
          <p:cNvSpPr>
            <a:spLocks noGrp="1"/>
          </p:cNvSpPr>
          <p:nvPr>
            <p:ph/>
          </p:nvPr>
        </p:nvSpPr>
        <p:spPr>
          <a:xfrm>
            <a:off x="348588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14"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sldNum" idx="5"/>
          </p:nvPr>
        </p:nvSpPr>
        <p:spPr/>
        <p:txBody>
          <a:bodyPr/>
          <a:p>
            <a:fld id="{81501D12-772F-4FBF-B8C4-C40B4AE26EB6}"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16" name="PlaceHolder 2"/>
          <p:cNvSpPr>
            <a:spLocks noGrp="1"/>
          </p:cNvSpPr>
          <p:nvPr>
            <p:ph/>
          </p:nvPr>
        </p:nvSpPr>
        <p:spPr>
          <a:xfrm>
            <a:off x="1035000" y="2032200"/>
            <a:ext cx="2333880" cy="410256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17"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18" name="PlaceHolder 4"/>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sldNum" idx="5"/>
          </p:nvPr>
        </p:nvSpPr>
        <p:spPr/>
        <p:txBody>
          <a:bodyPr/>
          <a:p>
            <a:fld id="{90A167E4-F728-43DB-9DA2-67AA7B540F0D}"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20"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21"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22" name="PlaceHolder 4"/>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6" name="PlaceHolder 5"/>
          <p:cNvSpPr>
            <a:spLocks noGrp="1"/>
          </p:cNvSpPr>
          <p:nvPr>
            <p:ph type="sldNum" idx="5"/>
          </p:nvPr>
        </p:nvSpPr>
        <p:spPr/>
        <p:txBody>
          <a:bodyPr/>
          <a:p>
            <a:fld id="{365E88FD-A63C-4B80-818C-ED3378793EF2}"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24" name="PlaceHolder 2"/>
          <p:cNvSpPr>
            <a:spLocks noGrp="1"/>
          </p:cNvSpPr>
          <p:nvPr>
            <p:ph/>
          </p:nvPr>
        </p:nvSpPr>
        <p:spPr>
          <a:xfrm>
            <a:off x="1035000" y="203220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25" name="PlaceHolder 3"/>
          <p:cNvSpPr>
            <a:spLocks noGrp="1"/>
          </p:cNvSpPr>
          <p:nvPr>
            <p:ph/>
          </p:nvPr>
        </p:nvSpPr>
        <p:spPr>
          <a:xfrm>
            <a:off x="1035000" y="4174920"/>
            <a:ext cx="478260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5" name="PlaceHolder 4"/>
          <p:cNvSpPr>
            <a:spLocks noGrp="1"/>
          </p:cNvSpPr>
          <p:nvPr>
            <p:ph type="sldNum" idx="5"/>
          </p:nvPr>
        </p:nvSpPr>
        <p:spPr/>
        <p:txBody>
          <a:bodyPr/>
          <a:p>
            <a:fld id="{914FB794-D20F-46E8-903B-C5A6049249C5}"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27" name="PlaceHolder 2"/>
          <p:cNvSpPr>
            <a:spLocks noGrp="1"/>
          </p:cNvSpPr>
          <p:nvPr>
            <p:ph/>
          </p:nvPr>
        </p:nvSpPr>
        <p:spPr>
          <a:xfrm>
            <a:off x="103500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28" name="PlaceHolder 3"/>
          <p:cNvSpPr>
            <a:spLocks noGrp="1"/>
          </p:cNvSpPr>
          <p:nvPr>
            <p:ph/>
          </p:nvPr>
        </p:nvSpPr>
        <p:spPr>
          <a:xfrm>
            <a:off x="3485880" y="203220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29" name="PlaceHolder 4"/>
          <p:cNvSpPr>
            <a:spLocks noGrp="1"/>
          </p:cNvSpPr>
          <p:nvPr>
            <p:ph/>
          </p:nvPr>
        </p:nvSpPr>
        <p:spPr>
          <a:xfrm>
            <a:off x="103500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30" name="PlaceHolder 5"/>
          <p:cNvSpPr>
            <a:spLocks noGrp="1"/>
          </p:cNvSpPr>
          <p:nvPr>
            <p:ph/>
          </p:nvPr>
        </p:nvSpPr>
        <p:spPr>
          <a:xfrm>
            <a:off x="3485880" y="4174920"/>
            <a:ext cx="233388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7" name="PlaceHolder 6"/>
          <p:cNvSpPr>
            <a:spLocks noGrp="1"/>
          </p:cNvSpPr>
          <p:nvPr>
            <p:ph type="sldNum" idx="5"/>
          </p:nvPr>
        </p:nvSpPr>
        <p:spPr/>
        <p:txBody>
          <a:bodyPr/>
          <a:p>
            <a:fld id="{6FE72E56-089C-4F13-BA64-B4F75ADDC779}"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1035000" y="536760"/>
            <a:ext cx="4782600" cy="1141920"/>
          </a:xfrm>
          <a:prstGeom prst="rect">
            <a:avLst/>
          </a:prstGeom>
          <a:noFill/>
          <a:ln w="0">
            <a:noFill/>
          </a:ln>
        </p:spPr>
        <p:txBody>
          <a:bodyPr lIns="0" rIns="0" tIns="0" bIns="0" anchor="ctr">
            <a:noAutofit/>
          </a:bodyPr>
          <a:p>
            <a:endParaRPr b="0" lang="en-US" sz="2180" spc="-1" strike="noStrike">
              <a:solidFill>
                <a:srgbClr val="000000"/>
              </a:solidFill>
              <a:latin typeface="Arial"/>
            </a:endParaRPr>
          </a:p>
        </p:txBody>
      </p:sp>
      <p:sp>
        <p:nvSpPr>
          <p:cNvPr id="232" name="PlaceHolder 2"/>
          <p:cNvSpPr>
            <a:spLocks noGrp="1"/>
          </p:cNvSpPr>
          <p:nvPr>
            <p:ph/>
          </p:nvPr>
        </p:nvSpPr>
        <p:spPr>
          <a:xfrm>
            <a:off x="103500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33" name="PlaceHolder 3"/>
          <p:cNvSpPr>
            <a:spLocks noGrp="1"/>
          </p:cNvSpPr>
          <p:nvPr>
            <p:ph/>
          </p:nvPr>
        </p:nvSpPr>
        <p:spPr>
          <a:xfrm>
            <a:off x="265212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34" name="PlaceHolder 4"/>
          <p:cNvSpPr>
            <a:spLocks noGrp="1"/>
          </p:cNvSpPr>
          <p:nvPr>
            <p:ph/>
          </p:nvPr>
        </p:nvSpPr>
        <p:spPr>
          <a:xfrm>
            <a:off x="4269240" y="203220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35" name="PlaceHolder 5"/>
          <p:cNvSpPr>
            <a:spLocks noGrp="1"/>
          </p:cNvSpPr>
          <p:nvPr>
            <p:ph/>
          </p:nvPr>
        </p:nvSpPr>
        <p:spPr>
          <a:xfrm>
            <a:off x="103500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36" name="PlaceHolder 6"/>
          <p:cNvSpPr>
            <a:spLocks noGrp="1"/>
          </p:cNvSpPr>
          <p:nvPr>
            <p:ph/>
          </p:nvPr>
        </p:nvSpPr>
        <p:spPr>
          <a:xfrm>
            <a:off x="265212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237" name="PlaceHolder 7"/>
          <p:cNvSpPr>
            <a:spLocks noGrp="1"/>
          </p:cNvSpPr>
          <p:nvPr>
            <p:ph/>
          </p:nvPr>
        </p:nvSpPr>
        <p:spPr>
          <a:xfrm>
            <a:off x="4269240" y="4174920"/>
            <a:ext cx="1539720" cy="1956600"/>
          </a:xfrm>
          <a:prstGeom prst="rect">
            <a:avLst/>
          </a:prstGeom>
          <a:noFill/>
          <a:ln w="0">
            <a:noFill/>
          </a:ln>
        </p:spPr>
        <p:txBody>
          <a:bodyPr lIns="0" rIns="0" tIns="0" bIns="0" anchor="t">
            <a:normAutofit/>
          </a:bodyPr>
          <a:p>
            <a:endParaRPr b="0" lang="en-US" sz="1870" spc="-1" strike="noStrike">
              <a:solidFill>
                <a:srgbClr val="000000"/>
              </a:solidFill>
              <a:latin typeface="Arial"/>
            </a:endParaRPr>
          </a:p>
        </p:txBody>
      </p:sp>
      <p:sp>
        <p:nvSpPr>
          <p:cNvPr id="9" name="PlaceHolder 8"/>
          <p:cNvSpPr>
            <a:spLocks noGrp="1"/>
          </p:cNvSpPr>
          <p:nvPr>
            <p:ph type="sldNum" idx="5"/>
          </p:nvPr>
        </p:nvSpPr>
        <p:spPr/>
        <p:txBody>
          <a:bodyPr/>
          <a:p>
            <a:fld id="{93EC5788-C40F-4182-911B-1ADE2CC9C87F}"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 Type="http://schemas.openxmlformats.org/officeDocument/2006/relationships/image" Target="../media/image1.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slideLayout" Target="../slideLayouts/slideLayout13.xml"/><Relationship Id="rId23" Type="http://schemas.openxmlformats.org/officeDocument/2006/relationships/slideLayout" Target="../slideLayouts/slideLayout14.xml"/><Relationship Id="rId24" Type="http://schemas.openxmlformats.org/officeDocument/2006/relationships/slideLayout" Target="../slideLayouts/slideLayout15.xml"/><Relationship Id="rId25" Type="http://schemas.openxmlformats.org/officeDocument/2006/relationships/slideLayout" Target="../slideLayouts/slideLayout16.xml"/><Relationship Id="rId26" Type="http://schemas.openxmlformats.org/officeDocument/2006/relationships/slideLayout" Target="../slideLayouts/slideLayout17.xml"/><Relationship Id="rId27" Type="http://schemas.openxmlformats.org/officeDocument/2006/relationships/slideLayout" Target="../slideLayouts/slideLayout18.xml"/><Relationship Id="rId28" Type="http://schemas.openxmlformats.org/officeDocument/2006/relationships/slideLayout" Target="../slideLayouts/slideLayout19.xml"/><Relationship Id="rId29" Type="http://schemas.openxmlformats.org/officeDocument/2006/relationships/slideLayout" Target="../slideLayouts/slideLayout20.xml"/><Relationship Id="rId3" Type="http://schemas.openxmlformats.org/officeDocument/2006/relationships/image" Target="../media/image2.png"/><Relationship Id="rId30" Type="http://schemas.openxmlformats.org/officeDocument/2006/relationships/slideLayout" Target="../slideLayouts/slideLayout21.xml"/><Relationship Id="rId31" Type="http://schemas.openxmlformats.org/officeDocument/2006/relationships/slideLayout" Target="../slideLayouts/slideLayout22.xml"/><Relationship Id="rId32" Type="http://schemas.openxmlformats.org/officeDocument/2006/relationships/slideLayout" Target="../slideLayouts/slideLayout23.xml"/><Relationship Id="rId33" Type="http://schemas.openxmlformats.org/officeDocument/2006/relationships/slideLayout" Target="../slideLayouts/slideLayout24.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image" Target="../media/image35.png"/><Relationship Id="rId17" Type="http://schemas.openxmlformats.org/officeDocument/2006/relationships/image" Target="../media/image36.png"/><Relationship Id="rId18" Type="http://schemas.openxmlformats.org/officeDocument/2006/relationships/image" Target="../media/image37.png"/><Relationship Id="rId19" Type="http://schemas.openxmlformats.org/officeDocument/2006/relationships/image" Target="../media/image38.png"/><Relationship Id="rId2" Type="http://schemas.openxmlformats.org/officeDocument/2006/relationships/image" Target="../media/image21.png"/><Relationship Id="rId20" Type="http://schemas.openxmlformats.org/officeDocument/2006/relationships/slideLayout" Target="../slideLayouts/slideLayout25.xml"/><Relationship Id="rId21" Type="http://schemas.openxmlformats.org/officeDocument/2006/relationships/slideLayout" Target="../slideLayouts/slideLayout26.xml"/><Relationship Id="rId22" Type="http://schemas.openxmlformats.org/officeDocument/2006/relationships/slideLayout" Target="../slideLayouts/slideLayout27.xml"/><Relationship Id="rId23" Type="http://schemas.openxmlformats.org/officeDocument/2006/relationships/slideLayout" Target="../slideLayouts/slideLayout28.xml"/><Relationship Id="rId24" Type="http://schemas.openxmlformats.org/officeDocument/2006/relationships/slideLayout" Target="../slideLayouts/slideLayout29.xml"/><Relationship Id="rId25" Type="http://schemas.openxmlformats.org/officeDocument/2006/relationships/slideLayout" Target="../slideLayouts/slideLayout30.xml"/><Relationship Id="rId26" Type="http://schemas.openxmlformats.org/officeDocument/2006/relationships/slideLayout" Target="../slideLayouts/slideLayout31.xml"/><Relationship Id="rId27" Type="http://schemas.openxmlformats.org/officeDocument/2006/relationships/slideLayout" Target="../slideLayouts/slideLayout32.xml"/><Relationship Id="rId28" Type="http://schemas.openxmlformats.org/officeDocument/2006/relationships/slideLayout" Target="../slideLayouts/slideLayout33.xml"/><Relationship Id="rId29" Type="http://schemas.openxmlformats.org/officeDocument/2006/relationships/slideLayout" Target="../slideLayouts/slideLayout34.xml"/><Relationship Id="rId3" Type="http://schemas.openxmlformats.org/officeDocument/2006/relationships/image" Target="../media/image22.png"/><Relationship Id="rId30" Type="http://schemas.openxmlformats.org/officeDocument/2006/relationships/slideLayout" Target="../slideLayouts/slideLayout35.xml"/><Relationship Id="rId31" Type="http://schemas.openxmlformats.org/officeDocument/2006/relationships/slideLayout" Target="../slideLayouts/slideLayout36.xml"/><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image" Target="../media/image49.png"/><Relationship Id="rId13" Type="http://schemas.openxmlformats.org/officeDocument/2006/relationships/image" Target="../media/image50.png"/><Relationship Id="rId14" Type="http://schemas.openxmlformats.org/officeDocument/2006/relationships/image" Target="../media/image51.png"/><Relationship Id="rId15" Type="http://schemas.openxmlformats.org/officeDocument/2006/relationships/image" Target="../media/image52.png"/><Relationship Id="rId16" Type="http://schemas.openxmlformats.org/officeDocument/2006/relationships/image" Target="../media/image53.png"/><Relationship Id="rId17" Type="http://schemas.openxmlformats.org/officeDocument/2006/relationships/image" Target="../media/image54.png"/><Relationship Id="rId18" Type="http://schemas.openxmlformats.org/officeDocument/2006/relationships/image" Target="../media/image55.png"/><Relationship Id="rId19" Type="http://schemas.openxmlformats.org/officeDocument/2006/relationships/image" Target="../media/image56.png"/><Relationship Id="rId2" Type="http://schemas.openxmlformats.org/officeDocument/2006/relationships/image" Target="../media/image39.png"/><Relationship Id="rId20" Type="http://schemas.openxmlformats.org/officeDocument/2006/relationships/slideLayout" Target="../slideLayouts/slideLayout37.xml"/><Relationship Id="rId21" Type="http://schemas.openxmlformats.org/officeDocument/2006/relationships/slideLayout" Target="../slideLayouts/slideLayout38.xml"/><Relationship Id="rId22" Type="http://schemas.openxmlformats.org/officeDocument/2006/relationships/slideLayout" Target="../slideLayouts/slideLayout39.xml"/><Relationship Id="rId23" Type="http://schemas.openxmlformats.org/officeDocument/2006/relationships/slideLayout" Target="../slideLayouts/slideLayout40.xml"/><Relationship Id="rId24" Type="http://schemas.openxmlformats.org/officeDocument/2006/relationships/slideLayout" Target="../slideLayouts/slideLayout41.xml"/><Relationship Id="rId25" Type="http://schemas.openxmlformats.org/officeDocument/2006/relationships/slideLayout" Target="../slideLayouts/slideLayout42.xml"/><Relationship Id="rId26" Type="http://schemas.openxmlformats.org/officeDocument/2006/relationships/slideLayout" Target="../slideLayouts/slideLayout43.xml"/><Relationship Id="rId27" Type="http://schemas.openxmlformats.org/officeDocument/2006/relationships/slideLayout" Target="../slideLayouts/slideLayout44.xml"/><Relationship Id="rId28" Type="http://schemas.openxmlformats.org/officeDocument/2006/relationships/slideLayout" Target="../slideLayouts/slideLayout45.xml"/><Relationship Id="rId29" Type="http://schemas.openxmlformats.org/officeDocument/2006/relationships/slideLayout" Target="../slideLayouts/slideLayout46.xml"/><Relationship Id="rId3" Type="http://schemas.openxmlformats.org/officeDocument/2006/relationships/image" Target="../media/image40.png"/><Relationship Id="rId30" Type="http://schemas.openxmlformats.org/officeDocument/2006/relationships/slideLayout" Target="../slideLayouts/slideLayout47.xml"/><Relationship Id="rId31" Type="http://schemas.openxmlformats.org/officeDocument/2006/relationships/slideLayout" Target="../slideLayouts/slideLayout48.xml"/><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96F79504-9C1B-48E8-A834-F3FD037D5F91}" type="slidenum">
              <a:rPr b="0" lang="en-US" sz="1200" spc="-1" strike="noStrike">
                <a:solidFill>
                  <a:srgbClr val="8b8b8b"/>
                </a:solidFill>
                <a:latin typeface="Calibri"/>
              </a:rPr>
              <a:t>&lt;number&gt;</a:t>
            </a:fld>
            <a:endParaRPr b="0" lang="en-US" sz="1200" spc="-1" strike="noStrike">
              <a:latin typeface="Times New Roman"/>
            </a:endParaRPr>
          </a:p>
        </p:txBody>
      </p:sp>
      <p:sp>
        <p:nvSpPr>
          <p:cNvPr id="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0d8e5"/>
            </a:gs>
          </a:gsLst>
          <a:path path="circle">
            <a:fillToRect l="49000" t="49000" r="51000" b="51000"/>
          </a:path>
        </a:gradFill>
      </p:bgPr>
    </p:bg>
    <p:spTree>
      <p:nvGrpSpPr>
        <p:cNvPr id="1" name=""/>
        <p:cNvGrpSpPr/>
        <p:nvPr/>
      </p:nvGrpSpPr>
      <p:grpSpPr>
        <a:xfrm>
          <a:off x="0" y="0"/>
          <a:ext cx="0" cy="0"/>
          <a:chOff x="0" y="0"/>
          <a:chExt cx="0" cy="0"/>
        </a:xfrm>
      </p:grpSpPr>
      <p:grpSp>
        <p:nvGrpSpPr>
          <p:cNvPr id="41" name="Google Shape;10;p2"/>
          <p:cNvGrpSpPr/>
          <p:nvPr/>
        </p:nvGrpSpPr>
        <p:grpSpPr>
          <a:xfrm>
            <a:off x="1217160" y="0"/>
            <a:ext cx="10974600" cy="5774760"/>
            <a:chOff x="1217160" y="0"/>
            <a:chExt cx="10974600" cy="5774760"/>
          </a:xfrm>
        </p:grpSpPr>
        <p:pic>
          <p:nvPicPr>
            <p:cNvPr id="42" name="Google Shape;11;p2" descr=""/>
            <p:cNvPicPr/>
            <p:nvPr/>
          </p:nvPicPr>
          <p:blipFill>
            <a:blip r:embed="rId2"/>
            <a:stretch/>
          </p:blipFill>
          <p:spPr>
            <a:xfrm flipH="1">
              <a:off x="9448560" y="4579560"/>
              <a:ext cx="1828800" cy="1195200"/>
            </a:xfrm>
            <a:prstGeom prst="rect">
              <a:avLst/>
            </a:prstGeom>
            <a:ln w="0">
              <a:noFill/>
            </a:ln>
          </p:spPr>
        </p:pic>
        <p:grpSp>
          <p:nvGrpSpPr>
            <p:cNvPr id="43" name="Google Shape;12;p2"/>
            <p:cNvGrpSpPr/>
            <p:nvPr/>
          </p:nvGrpSpPr>
          <p:grpSpPr>
            <a:xfrm>
              <a:off x="7619400" y="3662640"/>
              <a:ext cx="4572360" cy="1195200"/>
              <a:chOff x="7619400" y="3662640"/>
              <a:chExt cx="4572360" cy="1195200"/>
            </a:xfrm>
          </p:grpSpPr>
          <p:pic>
            <p:nvPicPr>
              <p:cNvPr id="44" name="Google Shape;13;p2" descr=""/>
              <p:cNvPicPr/>
              <p:nvPr/>
            </p:nvPicPr>
            <p:blipFill>
              <a:blip r:embed="rId3"/>
              <a:stretch/>
            </p:blipFill>
            <p:spPr>
              <a:xfrm flipH="1">
                <a:off x="10362960" y="3662640"/>
                <a:ext cx="1828800" cy="1195200"/>
              </a:xfrm>
              <a:prstGeom prst="rect">
                <a:avLst/>
              </a:prstGeom>
              <a:ln w="0">
                <a:noFill/>
              </a:ln>
            </p:spPr>
          </p:pic>
          <p:pic>
            <p:nvPicPr>
              <p:cNvPr id="45" name="Google Shape;14;p2" descr=""/>
              <p:cNvPicPr/>
              <p:nvPr/>
            </p:nvPicPr>
            <p:blipFill>
              <a:blip r:embed="rId4"/>
              <a:stretch/>
            </p:blipFill>
            <p:spPr>
              <a:xfrm flipH="1">
                <a:off x="7619400" y="3662640"/>
                <a:ext cx="1828800" cy="1195200"/>
              </a:xfrm>
              <a:prstGeom prst="rect">
                <a:avLst/>
              </a:prstGeom>
              <a:ln w="0">
                <a:noFill/>
              </a:ln>
            </p:spPr>
          </p:pic>
        </p:grpSp>
        <p:grpSp>
          <p:nvGrpSpPr>
            <p:cNvPr id="46" name="Google Shape;15;p2"/>
            <p:cNvGrpSpPr/>
            <p:nvPr/>
          </p:nvGrpSpPr>
          <p:grpSpPr>
            <a:xfrm>
              <a:off x="6704280" y="2748240"/>
              <a:ext cx="4573080" cy="1195200"/>
              <a:chOff x="6704280" y="2748240"/>
              <a:chExt cx="4573080" cy="1195200"/>
            </a:xfrm>
          </p:grpSpPr>
          <p:pic>
            <p:nvPicPr>
              <p:cNvPr id="47" name="Google Shape;16;p2" descr=""/>
              <p:cNvPicPr/>
              <p:nvPr/>
            </p:nvPicPr>
            <p:blipFill>
              <a:blip r:embed="rId5"/>
              <a:stretch/>
            </p:blipFill>
            <p:spPr>
              <a:xfrm flipH="1">
                <a:off x="9448560" y="2748240"/>
                <a:ext cx="1828800" cy="1195200"/>
              </a:xfrm>
              <a:prstGeom prst="rect">
                <a:avLst/>
              </a:prstGeom>
              <a:ln w="0">
                <a:noFill/>
              </a:ln>
            </p:spPr>
          </p:pic>
          <p:pic>
            <p:nvPicPr>
              <p:cNvPr id="48" name="Google Shape;17;p2" descr=""/>
              <p:cNvPicPr/>
              <p:nvPr/>
            </p:nvPicPr>
            <p:blipFill>
              <a:blip r:embed="rId6"/>
              <a:stretch/>
            </p:blipFill>
            <p:spPr>
              <a:xfrm flipH="1">
                <a:off x="6704280" y="2748240"/>
                <a:ext cx="1828800" cy="1195200"/>
              </a:xfrm>
              <a:prstGeom prst="rect">
                <a:avLst/>
              </a:prstGeom>
              <a:ln w="0">
                <a:noFill/>
              </a:ln>
            </p:spPr>
          </p:pic>
        </p:grpSp>
        <p:grpSp>
          <p:nvGrpSpPr>
            <p:cNvPr id="49" name="Google Shape;18;p2"/>
            <p:cNvGrpSpPr/>
            <p:nvPr/>
          </p:nvGrpSpPr>
          <p:grpSpPr>
            <a:xfrm>
              <a:off x="7619400" y="1831680"/>
              <a:ext cx="4572360" cy="1195200"/>
              <a:chOff x="7619400" y="1831680"/>
              <a:chExt cx="4572360" cy="1195200"/>
            </a:xfrm>
          </p:grpSpPr>
          <p:pic>
            <p:nvPicPr>
              <p:cNvPr id="50" name="Google Shape;19;p2" descr=""/>
              <p:cNvPicPr/>
              <p:nvPr/>
            </p:nvPicPr>
            <p:blipFill>
              <a:blip r:embed="rId7"/>
              <a:stretch/>
            </p:blipFill>
            <p:spPr>
              <a:xfrm flipH="1">
                <a:off x="10362960" y="1831680"/>
                <a:ext cx="1828800" cy="1195200"/>
              </a:xfrm>
              <a:prstGeom prst="rect">
                <a:avLst/>
              </a:prstGeom>
              <a:ln w="0">
                <a:noFill/>
              </a:ln>
            </p:spPr>
          </p:pic>
          <p:pic>
            <p:nvPicPr>
              <p:cNvPr id="51" name="Google Shape;20;p2" descr=""/>
              <p:cNvPicPr/>
              <p:nvPr/>
            </p:nvPicPr>
            <p:blipFill>
              <a:blip r:embed="rId8"/>
              <a:stretch/>
            </p:blipFill>
            <p:spPr>
              <a:xfrm flipH="1">
                <a:off x="7619400" y="1831680"/>
                <a:ext cx="1828800" cy="1195200"/>
              </a:xfrm>
              <a:prstGeom prst="rect">
                <a:avLst/>
              </a:prstGeom>
              <a:ln w="0">
                <a:noFill/>
              </a:ln>
            </p:spPr>
          </p:pic>
        </p:grpSp>
        <p:grpSp>
          <p:nvGrpSpPr>
            <p:cNvPr id="52" name="Google Shape;21;p2"/>
            <p:cNvGrpSpPr/>
            <p:nvPr/>
          </p:nvGrpSpPr>
          <p:grpSpPr>
            <a:xfrm>
              <a:off x="1217160" y="916920"/>
              <a:ext cx="10060200" cy="1194840"/>
              <a:chOff x="1217160" y="916920"/>
              <a:chExt cx="10060200" cy="1194840"/>
            </a:xfrm>
          </p:grpSpPr>
          <p:pic>
            <p:nvPicPr>
              <p:cNvPr id="53" name="Google Shape;22;p2" descr=""/>
              <p:cNvPicPr/>
              <p:nvPr/>
            </p:nvPicPr>
            <p:blipFill>
              <a:blip r:embed="rId9"/>
              <a:stretch/>
            </p:blipFill>
            <p:spPr>
              <a:xfrm flipH="1">
                <a:off x="9448560" y="916920"/>
                <a:ext cx="1828800" cy="1194840"/>
              </a:xfrm>
              <a:prstGeom prst="rect">
                <a:avLst/>
              </a:prstGeom>
              <a:ln w="0">
                <a:noFill/>
              </a:ln>
            </p:spPr>
          </p:pic>
          <p:pic>
            <p:nvPicPr>
              <p:cNvPr id="54" name="Google Shape;23;p2" descr=""/>
              <p:cNvPicPr/>
              <p:nvPr/>
            </p:nvPicPr>
            <p:blipFill>
              <a:blip r:embed="rId10"/>
              <a:stretch/>
            </p:blipFill>
            <p:spPr>
              <a:xfrm flipH="1">
                <a:off x="6704280" y="916920"/>
                <a:ext cx="1828800" cy="1194840"/>
              </a:xfrm>
              <a:prstGeom prst="rect">
                <a:avLst/>
              </a:prstGeom>
              <a:ln w="0">
                <a:noFill/>
              </a:ln>
            </p:spPr>
          </p:pic>
          <p:pic>
            <p:nvPicPr>
              <p:cNvPr id="55" name="Google Shape;24;p2" descr=""/>
              <p:cNvPicPr/>
              <p:nvPr/>
            </p:nvPicPr>
            <p:blipFill>
              <a:blip r:embed="rId11"/>
              <a:stretch/>
            </p:blipFill>
            <p:spPr>
              <a:xfrm flipH="1">
                <a:off x="3960720" y="916920"/>
                <a:ext cx="1828800" cy="1194840"/>
              </a:xfrm>
              <a:prstGeom prst="rect">
                <a:avLst/>
              </a:prstGeom>
              <a:ln w="0">
                <a:noFill/>
              </a:ln>
            </p:spPr>
          </p:pic>
          <p:pic>
            <p:nvPicPr>
              <p:cNvPr id="56" name="Google Shape;25;p2" descr=""/>
              <p:cNvPicPr/>
              <p:nvPr/>
            </p:nvPicPr>
            <p:blipFill>
              <a:blip r:embed="rId12"/>
              <a:stretch/>
            </p:blipFill>
            <p:spPr>
              <a:xfrm flipH="1">
                <a:off x="1217160" y="916920"/>
                <a:ext cx="1828800" cy="1194840"/>
              </a:xfrm>
              <a:prstGeom prst="rect">
                <a:avLst/>
              </a:prstGeom>
              <a:ln w="0">
                <a:noFill/>
              </a:ln>
            </p:spPr>
          </p:pic>
        </p:grpSp>
        <p:grpSp>
          <p:nvGrpSpPr>
            <p:cNvPr id="57" name="Google Shape;26;p2"/>
            <p:cNvGrpSpPr/>
            <p:nvPr/>
          </p:nvGrpSpPr>
          <p:grpSpPr>
            <a:xfrm>
              <a:off x="2131920" y="0"/>
              <a:ext cx="10059840" cy="1195200"/>
              <a:chOff x="2131920" y="0"/>
              <a:chExt cx="10059840" cy="1195200"/>
            </a:xfrm>
          </p:grpSpPr>
          <p:pic>
            <p:nvPicPr>
              <p:cNvPr id="58" name="Google Shape;27;p2" descr=""/>
              <p:cNvPicPr/>
              <p:nvPr/>
            </p:nvPicPr>
            <p:blipFill>
              <a:blip r:embed="rId13"/>
              <a:stretch/>
            </p:blipFill>
            <p:spPr>
              <a:xfrm flipH="1">
                <a:off x="10362960" y="0"/>
                <a:ext cx="1828800" cy="1195200"/>
              </a:xfrm>
              <a:prstGeom prst="rect">
                <a:avLst/>
              </a:prstGeom>
              <a:ln w="0">
                <a:noFill/>
              </a:ln>
            </p:spPr>
          </p:pic>
          <p:pic>
            <p:nvPicPr>
              <p:cNvPr id="59" name="Google Shape;28;p2" descr=""/>
              <p:cNvPicPr/>
              <p:nvPr/>
            </p:nvPicPr>
            <p:blipFill>
              <a:blip r:embed="rId14"/>
              <a:stretch/>
            </p:blipFill>
            <p:spPr>
              <a:xfrm flipH="1">
                <a:off x="7619400" y="0"/>
                <a:ext cx="1828800" cy="1195200"/>
              </a:xfrm>
              <a:prstGeom prst="rect">
                <a:avLst/>
              </a:prstGeom>
              <a:ln w="0">
                <a:noFill/>
              </a:ln>
            </p:spPr>
          </p:pic>
          <p:pic>
            <p:nvPicPr>
              <p:cNvPr id="60" name="Google Shape;29;p2" descr=""/>
              <p:cNvPicPr/>
              <p:nvPr/>
            </p:nvPicPr>
            <p:blipFill>
              <a:blip r:embed="rId15"/>
              <a:stretch/>
            </p:blipFill>
            <p:spPr>
              <a:xfrm flipH="1">
                <a:off x="4875480" y="0"/>
                <a:ext cx="1828800" cy="1195200"/>
              </a:xfrm>
              <a:prstGeom prst="rect">
                <a:avLst/>
              </a:prstGeom>
              <a:ln w="0">
                <a:noFill/>
              </a:ln>
            </p:spPr>
          </p:pic>
          <p:pic>
            <p:nvPicPr>
              <p:cNvPr id="61" name="Google Shape;30;p2" descr=""/>
              <p:cNvPicPr/>
              <p:nvPr/>
            </p:nvPicPr>
            <p:blipFill>
              <a:blip r:embed="rId16"/>
              <a:stretch/>
            </p:blipFill>
            <p:spPr>
              <a:xfrm flipH="1">
                <a:off x="2131920" y="0"/>
                <a:ext cx="1828800" cy="1195200"/>
              </a:xfrm>
              <a:prstGeom prst="rect">
                <a:avLst/>
              </a:prstGeom>
              <a:ln w="0">
                <a:noFill/>
              </a:ln>
            </p:spPr>
          </p:pic>
        </p:grpSp>
      </p:grpSp>
      <p:sp>
        <p:nvSpPr>
          <p:cNvPr id="62" name="PlaceHolder 1"/>
          <p:cNvSpPr>
            <a:spLocks noGrp="1"/>
          </p:cNvSpPr>
          <p:nvPr>
            <p:ph type="title"/>
          </p:nvPr>
        </p:nvSpPr>
        <p:spPr>
          <a:xfrm>
            <a:off x="2703240" y="2604240"/>
            <a:ext cx="6764040" cy="1546200"/>
          </a:xfrm>
          <a:prstGeom prst="rect">
            <a:avLst/>
          </a:prstGeom>
          <a:noFill/>
          <a:ln w="0">
            <a:noFill/>
          </a:ln>
        </p:spPr>
        <p:txBody>
          <a:bodyPr lIns="0" rIns="0" tIns="0" bIns="0" anchor="ctr">
            <a:noAutofit/>
          </a:bodyPr>
          <a:p>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grpSp>
        <p:nvGrpSpPr>
          <p:cNvPr id="63" name="Google Shape;32;p2"/>
          <p:cNvGrpSpPr/>
          <p:nvPr/>
        </p:nvGrpSpPr>
        <p:grpSpPr>
          <a:xfrm>
            <a:off x="360" y="4116960"/>
            <a:ext cx="5487120" cy="3026880"/>
            <a:chOff x="360" y="4116960"/>
            <a:chExt cx="5487120" cy="3026880"/>
          </a:xfrm>
        </p:grpSpPr>
        <p:grpSp>
          <p:nvGrpSpPr>
            <p:cNvPr id="64" name="Google Shape;33;p2"/>
            <p:cNvGrpSpPr/>
            <p:nvPr/>
          </p:nvGrpSpPr>
          <p:grpSpPr>
            <a:xfrm>
              <a:off x="360" y="5948640"/>
              <a:ext cx="4572360" cy="1195200"/>
              <a:chOff x="360" y="5948640"/>
              <a:chExt cx="4572360" cy="1195200"/>
            </a:xfrm>
          </p:grpSpPr>
          <p:pic>
            <p:nvPicPr>
              <p:cNvPr id="65" name="Google Shape;34;p2" descr=""/>
              <p:cNvPicPr/>
              <p:nvPr/>
            </p:nvPicPr>
            <p:blipFill>
              <a:blip r:embed="rId17"/>
              <a:stretch/>
            </p:blipFill>
            <p:spPr>
              <a:xfrm flipH="1">
                <a:off x="2743920" y="5948640"/>
                <a:ext cx="1828800" cy="1195200"/>
              </a:xfrm>
              <a:prstGeom prst="rect">
                <a:avLst/>
              </a:prstGeom>
              <a:ln w="0">
                <a:noFill/>
              </a:ln>
            </p:spPr>
          </p:pic>
          <p:pic>
            <p:nvPicPr>
              <p:cNvPr id="66" name="Google Shape;35;p2" descr=""/>
              <p:cNvPicPr/>
              <p:nvPr/>
            </p:nvPicPr>
            <p:blipFill>
              <a:blip r:embed="rId18"/>
              <a:stretch/>
            </p:blipFill>
            <p:spPr>
              <a:xfrm flipH="1">
                <a:off x="360" y="5948640"/>
                <a:ext cx="1828800" cy="1195200"/>
              </a:xfrm>
              <a:prstGeom prst="rect">
                <a:avLst/>
              </a:prstGeom>
              <a:ln w="0">
                <a:noFill/>
              </a:ln>
            </p:spPr>
          </p:pic>
        </p:grpSp>
        <p:grpSp>
          <p:nvGrpSpPr>
            <p:cNvPr id="67" name="Google Shape;36;p2"/>
            <p:cNvGrpSpPr/>
            <p:nvPr/>
          </p:nvGrpSpPr>
          <p:grpSpPr>
            <a:xfrm>
              <a:off x="915120" y="5031720"/>
              <a:ext cx="4572360" cy="1195200"/>
              <a:chOff x="915120" y="5031720"/>
              <a:chExt cx="4572360" cy="1195200"/>
            </a:xfrm>
          </p:grpSpPr>
          <p:pic>
            <p:nvPicPr>
              <p:cNvPr id="68" name="Google Shape;37;p2" descr=""/>
              <p:cNvPicPr/>
              <p:nvPr/>
            </p:nvPicPr>
            <p:blipFill>
              <a:blip r:embed="rId19"/>
              <a:stretch/>
            </p:blipFill>
            <p:spPr>
              <a:xfrm flipH="1">
                <a:off x="3658680" y="5031720"/>
                <a:ext cx="1828800" cy="1195200"/>
              </a:xfrm>
              <a:prstGeom prst="rect">
                <a:avLst/>
              </a:prstGeom>
              <a:ln w="0">
                <a:noFill/>
              </a:ln>
            </p:spPr>
          </p:pic>
          <p:pic>
            <p:nvPicPr>
              <p:cNvPr id="69" name="Google Shape;38;p2" descr=""/>
              <p:cNvPicPr/>
              <p:nvPr/>
            </p:nvPicPr>
            <p:blipFill>
              <a:blip r:embed="rId20"/>
              <a:stretch/>
            </p:blipFill>
            <p:spPr>
              <a:xfrm flipH="1">
                <a:off x="915120" y="5031720"/>
                <a:ext cx="1828800" cy="1195200"/>
              </a:xfrm>
              <a:prstGeom prst="rect">
                <a:avLst/>
              </a:prstGeom>
              <a:ln w="0">
                <a:noFill/>
              </a:ln>
            </p:spPr>
          </p:pic>
        </p:grpSp>
        <p:pic>
          <p:nvPicPr>
            <p:cNvPr id="70" name="Google Shape;39;p2" descr=""/>
            <p:cNvPicPr/>
            <p:nvPr/>
          </p:nvPicPr>
          <p:blipFill>
            <a:blip r:embed="rId21"/>
            <a:stretch/>
          </p:blipFill>
          <p:spPr>
            <a:xfrm flipH="1">
              <a:off x="360" y="4116960"/>
              <a:ext cx="1828800" cy="1195200"/>
            </a:xfrm>
            <a:prstGeom prst="rect">
              <a:avLst/>
            </a:prstGeom>
            <a:ln w="0">
              <a:noFill/>
            </a:ln>
          </p:spPr>
        </p:pic>
      </p:grpSp>
      <p:sp>
        <p:nvSpPr>
          <p:cNvPr id="7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885"/>
              </a:spcBef>
              <a:buClr>
                <a:srgbClr val="000000"/>
              </a:buClr>
              <a:buSzPct val="45000"/>
              <a:buFont typeface="Wingdings" charset="2"/>
              <a:buChar char=""/>
            </a:pPr>
            <a:r>
              <a:rPr b="0" lang="en-US" sz="1870" spc="-1" strike="noStrike">
                <a:solidFill>
                  <a:srgbClr val="000000"/>
                </a:solidFill>
                <a:latin typeface="Arial"/>
              </a:rPr>
              <a:t>Click to edit the outline text format</a:t>
            </a:r>
            <a:endParaRPr b="0" lang="en-US" sz="187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1870" spc="-1" strike="noStrike">
                <a:solidFill>
                  <a:srgbClr val="000000"/>
                </a:solidFill>
                <a:latin typeface="Arial"/>
              </a:rPr>
              <a:t>Second Outline Level</a:t>
            </a:r>
            <a:endParaRPr b="0" lang="en-US" sz="187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1870" spc="-1" strike="noStrike">
                <a:solidFill>
                  <a:srgbClr val="000000"/>
                </a:solidFill>
                <a:latin typeface="Arial"/>
              </a:rPr>
              <a:t>Third Outline Level</a:t>
            </a:r>
            <a:endParaRPr b="0" lang="en-US" sz="187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1870" spc="-1" strike="noStrike">
                <a:solidFill>
                  <a:srgbClr val="000000"/>
                </a:solidFill>
                <a:latin typeface="Arial"/>
              </a:rPr>
              <a:t>Fourth Outline Level</a:t>
            </a:r>
            <a:endParaRPr b="0" lang="en-US" sz="187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670" spc="-1" strike="noStrike">
                <a:solidFill>
                  <a:srgbClr val="000000"/>
                </a:solidFill>
                <a:latin typeface="Arial"/>
              </a:rPr>
              <a:t>Fifth Outline </a:t>
            </a:r>
            <a:r>
              <a:rPr b="0" lang="en-US" sz="2670" spc="-1" strike="noStrike">
                <a:solidFill>
                  <a:srgbClr val="000000"/>
                </a:solidFill>
                <a:latin typeface="Arial"/>
              </a:rPr>
              <a:t>Level</a:t>
            </a:r>
            <a:endParaRPr b="0" lang="en-US" sz="267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670" spc="-1" strike="noStrike">
                <a:solidFill>
                  <a:srgbClr val="000000"/>
                </a:solidFill>
                <a:latin typeface="Arial"/>
              </a:rPr>
              <a:t>Sixth Outline </a:t>
            </a:r>
            <a:r>
              <a:rPr b="0" lang="en-US" sz="2670" spc="-1" strike="noStrike">
                <a:solidFill>
                  <a:srgbClr val="000000"/>
                </a:solidFill>
                <a:latin typeface="Arial"/>
              </a:rPr>
              <a:t>Level</a:t>
            </a:r>
            <a:endParaRPr b="0" lang="en-US" sz="267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670" spc="-1" strike="noStrike">
                <a:solidFill>
                  <a:srgbClr val="000000"/>
                </a:solidFill>
                <a:latin typeface="Arial"/>
              </a:rPr>
              <a:t>Seventh </a:t>
            </a:r>
            <a:r>
              <a:rPr b="0" lang="en-US" sz="2670" spc="-1" strike="noStrike">
                <a:solidFill>
                  <a:srgbClr val="000000"/>
                </a:solidFill>
                <a:latin typeface="Arial"/>
              </a:rPr>
              <a:t>Outline </a:t>
            </a:r>
            <a:r>
              <a:rPr b="0" lang="en-US" sz="2670" spc="-1" strike="noStrike">
                <a:solidFill>
                  <a:srgbClr val="000000"/>
                </a:solidFill>
                <a:latin typeface="Arial"/>
              </a:rPr>
              <a:t>Level</a:t>
            </a:r>
            <a:endParaRPr b="0" lang="en-US" sz="267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2"/>
    <p:sldLayoutId id="2147483663" r:id="rId23"/>
    <p:sldLayoutId id="2147483664" r:id="rId24"/>
    <p:sldLayoutId id="2147483665" r:id="rId25"/>
    <p:sldLayoutId id="2147483666" r:id="rId26"/>
    <p:sldLayoutId id="2147483667" r:id="rId27"/>
    <p:sldLayoutId id="2147483668" r:id="rId28"/>
    <p:sldLayoutId id="2147483669" r:id="rId29"/>
    <p:sldLayoutId id="2147483670" r:id="rId30"/>
    <p:sldLayoutId id="2147483671" r:id="rId31"/>
    <p:sldLayoutId id="2147483672" r:id="rId32"/>
    <p:sldLayoutId id="2147483673" r:id="rId3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0d8e5"/>
            </a:gs>
          </a:gsLst>
          <a:path path="circle">
            <a:fillToRect l="49000" t="49000" r="51000" b="51000"/>
          </a:path>
        </a:gradFill>
      </p:bgPr>
    </p:bg>
    <p:spTree>
      <p:nvGrpSpPr>
        <p:cNvPr id="1" name=""/>
        <p:cNvGrpSpPr/>
        <p:nvPr/>
      </p:nvGrpSpPr>
      <p:grpSpPr>
        <a:xfrm>
          <a:off x="0" y="0"/>
          <a:ext cx="0" cy="0"/>
          <a:chOff x="0" y="0"/>
          <a:chExt cx="0" cy="0"/>
        </a:xfrm>
      </p:grpSpPr>
      <p:grpSp>
        <p:nvGrpSpPr>
          <p:cNvPr id="108" name="Google Shape;144;p6"/>
          <p:cNvGrpSpPr/>
          <p:nvPr/>
        </p:nvGrpSpPr>
        <p:grpSpPr>
          <a:xfrm>
            <a:off x="5818680" y="-3960"/>
            <a:ext cx="6372720" cy="2820960"/>
            <a:chOff x="5818680" y="-3960"/>
            <a:chExt cx="6372720" cy="2820960"/>
          </a:xfrm>
        </p:grpSpPr>
        <p:pic>
          <p:nvPicPr>
            <p:cNvPr id="109" name="Google Shape;145;p6" descr=""/>
            <p:cNvPicPr/>
            <p:nvPr/>
          </p:nvPicPr>
          <p:blipFill>
            <a:blip r:embed="rId2"/>
            <a:stretch/>
          </p:blipFill>
          <p:spPr>
            <a:xfrm flipH="1">
              <a:off x="11129760" y="2123280"/>
              <a:ext cx="1061640" cy="693720"/>
            </a:xfrm>
            <a:prstGeom prst="rect">
              <a:avLst/>
            </a:prstGeom>
            <a:ln w="0">
              <a:noFill/>
            </a:ln>
          </p:spPr>
        </p:pic>
        <p:pic>
          <p:nvPicPr>
            <p:cNvPr id="110" name="Google Shape;146;p6" descr=""/>
            <p:cNvPicPr/>
            <p:nvPr/>
          </p:nvPicPr>
          <p:blipFill>
            <a:blip r:embed="rId3"/>
            <a:stretch/>
          </p:blipFill>
          <p:spPr>
            <a:xfrm flipH="1">
              <a:off x="10598400" y="1591920"/>
              <a:ext cx="1061640" cy="693720"/>
            </a:xfrm>
            <a:prstGeom prst="rect">
              <a:avLst/>
            </a:prstGeom>
            <a:ln w="0">
              <a:noFill/>
            </a:ln>
          </p:spPr>
        </p:pic>
        <p:grpSp>
          <p:nvGrpSpPr>
            <p:cNvPr id="111" name="Google Shape;147;p6"/>
            <p:cNvGrpSpPr/>
            <p:nvPr/>
          </p:nvGrpSpPr>
          <p:grpSpPr>
            <a:xfrm>
              <a:off x="7943040" y="1059840"/>
              <a:ext cx="4248360" cy="693360"/>
              <a:chOff x="7943040" y="1059840"/>
              <a:chExt cx="4248360" cy="693360"/>
            </a:xfrm>
          </p:grpSpPr>
          <p:pic>
            <p:nvPicPr>
              <p:cNvPr id="112" name="Google Shape;148;p6" descr=""/>
              <p:cNvPicPr/>
              <p:nvPr/>
            </p:nvPicPr>
            <p:blipFill>
              <a:blip r:embed="rId4"/>
              <a:stretch/>
            </p:blipFill>
            <p:spPr>
              <a:xfrm flipH="1">
                <a:off x="11129760" y="1059840"/>
                <a:ext cx="1061640" cy="693360"/>
              </a:xfrm>
              <a:prstGeom prst="rect">
                <a:avLst/>
              </a:prstGeom>
              <a:ln w="0">
                <a:noFill/>
              </a:ln>
            </p:spPr>
          </p:pic>
          <p:pic>
            <p:nvPicPr>
              <p:cNvPr id="113" name="Google Shape;149;p6" descr=""/>
              <p:cNvPicPr/>
              <p:nvPr/>
            </p:nvPicPr>
            <p:blipFill>
              <a:blip r:embed="rId5"/>
              <a:stretch/>
            </p:blipFill>
            <p:spPr>
              <a:xfrm flipH="1">
                <a:off x="9536040" y="1059840"/>
                <a:ext cx="1062000" cy="693360"/>
              </a:xfrm>
              <a:prstGeom prst="rect">
                <a:avLst/>
              </a:prstGeom>
              <a:ln w="0">
                <a:noFill/>
              </a:ln>
            </p:spPr>
          </p:pic>
          <p:pic>
            <p:nvPicPr>
              <p:cNvPr id="114" name="Google Shape;150;p6" descr=""/>
              <p:cNvPicPr/>
              <p:nvPr/>
            </p:nvPicPr>
            <p:blipFill>
              <a:blip r:embed="rId6"/>
              <a:stretch/>
            </p:blipFill>
            <p:spPr>
              <a:xfrm flipH="1">
                <a:off x="7943040" y="1059840"/>
                <a:ext cx="1061640" cy="693360"/>
              </a:xfrm>
              <a:prstGeom prst="rect">
                <a:avLst/>
              </a:prstGeom>
              <a:ln w="0">
                <a:noFill/>
              </a:ln>
            </p:spPr>
          </p:pic>
        </p:grpSp>
        <p:grpSp>
          <p:nvGrpSpPr>
            <p:cNvPr id="115" name="Google Shape;151;p6"/>
            <p:cNvGrpSpPr/>
            <p:nvPr/>
          </p:nvGrpSpPr>
          <p:grpSpPr>
            <a:xfrm>
              <a:off x="5818680" y="528480"/>
              <a:ext cx="5841360" cy="693360"/>
              <a:chOff x="5818680" y="528480"/>
              <a:chExt cx="5841360" cy="693360"/>
            </a:xfrm>
          </p:grpSpPr>
          <p:pic>
            <p:nvPicPr>
              <p:cNvPr id="116" name="Google Shape;152;p6" descr=""/>
              <p:cNvPicPr/>
              <p:nvPr/>
            </p:nvPicPr>
            <p:blipFill>
              <a:blip r:embed="rId7"/>
              <a:stretch/>
            </p:blipFill>
            <p:spPr>
              <a:xfrm flipH="1">
                <a:off x="10598400" y="528480"/>
                <a:ext cx="1061640" cy="693360"/>
              </a:xfrm>
              <a:prstGeom prst="rect">
                <a:avLst/>
              </a:prstGeom>
              <a:ln w="0">
                <a:noFill/>
              </a:ln>
            </p:spPr>
          </p:pic>
          <p:pic>
            <p:nvPicPr>
              <p:cNvPr id="117" name="Google Shape;153;p6" descr=""/>
              <p:cNvPicPr/>
              <p:nvPr/>
            </p:nvPicPr>
            <p:blipFill>
              <a:blip r:embed="rId8"/>
              <a:stretch/>
            </p:blipFill>
            <p:spPr>
              <a:xfrm flipH="1">
                <a:off x="9005400" y="528480"/>
                <a:ext cx="1061640" cy="693360"/>
              </a:xfrm>
              <a:prstGeom prst="rect">
                <a:avLst/>
              </a:prstGeom>
              <a:ln w="0">
                <a:noFill/>
              </a:ln>
            </p:spPr>
          </p:pic>
          <p:pic>
            <p:nvPicPr>
              <p:cNvPr id="118" name="Google Shape;154;p6" descr=""/>
              <p:cNvPicPr/>
              <p:nvPr/>
            </p:nvPicPr>
            <p:blipFill>
              <a:blip r:embed="rId9"/>
              <a:stretch/>
            </p:blipFill>
            <p:spPr>
              <a:xfrm flipH="1">
                <a:off x="7411680" y="528480"/>
                <a:ext cx="1062000" cy="693360"/>
              </a:xfrm>
              <a:prstGeom prst="rect">
                <a:avLst/>
              </a:prstGeom>
              <a:ln w="0">
                <a:noFill/>
              </a:ln>
            </p:spPr>
          </p:pic>
          <p:pic>
            <p:nvPicPr>
              <p:cNvPr id="119" name="Google Shape;155;p6" descr=""/>
              <p:cNvPicPr/>
              <p:nvPr/>
            </p:nvPicPr>
            <p:blipFill>
              <a:blip r:embed="rId10"/>
              <a:stretch/>
            </p:blipFill>
            <p:spPr>
              <a:xfrm flipH="1">
                <a:off x="5818680" y="528480"/>
                <a:ext cx="1061640" cy="693360"/>
              </a:xfrm>
              <a:prstGeom prst="rect">
                <a:avLst/>
              </a:prstGeom>
              <a:ln w="0">
                <a:noFill/>
              </a:ln>
            </p:spPr>
          </p:pic>
        </p:grpSp>
        <p:grpSp>
          <p:nvGrpSpPr>
            <p:cNvPr id="120" name="Google Shape;156;p6"/>
            <p:cNvGrpSpPr/>
            <p:nvPr/>
          </p:nvGrpSpPr>
          <p:grpSpPr>
            <a:xfrm>
              <a:off x="6349680" y="-3960"/>
              <a:ext cx="5841720" cy="693720"/>
              <a:chOff x="6349680" y="-3960"/>
              <a:chExt cx="5841720" cy="693720"/>
            </a:xfrm>
          </p:grpSpPr>
          <p:pic>
            <p:nvPicPr>
              <p:cNvPr id="121" name="Google Shape;157;p6" descr=""/>
              <p:cNvPicPr/>
              <p:nvPr/>
            </p:nvPicPr>
            <p:blipFill>
              <a:blip r:embed="rId11"/>
              <a:stretch/>
            </p:blipFill>
            <p:spPr>
              <a:xfrm flipH="1">
                <a:off x="11129760" y="-3960"/>
                <a:ext cx="1061640" cy="693720"/>
              </a:xfrm>
              <a:prstGeom prst="rect">
                <a:avLst/>
              </a:prstGeom>
              <a:ln w="0">
                <a:noFill/>
              </a:ln>
            </p:spPr>
          </p:pic>
          <p:pic>
            <p:nvPicPr>
              <p:cNvPr id="122" name="Google Shape;158;p6" descr=""/>
              <p:cNvPicPr/>
              <p:nvPr/>
            </p:nvPicPr>
            <p:blipFill>
              <a:blip r:embed="rId12"/>
              <a:stretch/>
            </p:blipFill>
            <p:spPr>
              <a:xfrm flipH="1">
                <a:off x="9536040" y="-3960"/>
                <a:ext cx="1062000" cy="693720"/>
              </a:xfrm>
              <a:prstGeom prst="rect">
                <a:avLst/>
              </a:prstGeom>
              <a:ln w="0">
                <a:noFill/>
              </a:ln>
            </p:spPr>
          </p:pic>
          <p:pic>
            <p:nvPicPr>
              <p:cNvPr id="123" name="Google Shape;159;p6" descr=""/>
              <p:cNvPicPr/>
              <p:nvPr/>
            </p:nvPicPr>
            <p:blipFill>
              <a:blip r:embed="rId13"/>
              <a:stretch/>
            </p:blipFill>
            <p:spPr>
              <a:xfrm flipH="1">
                <a:off x="7943040" y="-3960"/>
                <a:ext cx="1061640" cy="693720"/>
              </a:xfrm>
              <a:prstGeom prst="rect">
                <a:avLst/>
              </a:prstGeom>
              <a:ln w="0">
                <a:noFill/>
              </a:ln>
            </p:spPr>
          </p:pic>
          <p:pic>
            <p:nvPicPr>
              <p:cNvPr id="124" name="Google Shape;160;p6" descr=""/>
              <p:cNvPicPr/>
              <p:nvPr/>
            </p:nvPicPr>
            <p:blipFill>
              <a:blip r:embed="rId14"/>
              <a:stretch/>
            </p:blipFill>
            <p:spPr>
              <a:xfrm flipH="1">
                <a:off x="6349680" y="-3960"/>
                <a:ext cx="1061640" cy="693720"/>
              </a:xfrm>
              <a:prstGeom prst="rect">
                <a:avLst/>
              </a:prstGeom>
              <a:ln w="0">
                <a:noFill/>
              </a:ln>
            </p:spPr>
          </p:pic>
        </p:grpSp>
      </p:grpSp>
      <p:grpSp>
        <p:nvGrpSpPr>
          <p:cNvPr id="125" name="Google Shape;161;p6"/>
          <p:cNvGrpSpPr/>
          <p:nvPr/>
        </p:nvGrpSpPr>
        <p:grpSpPr>
          <a:xfrm>
            <a:off x="360" y="5270400"/>
            <a:ext cx="3186000" cy="1757160"/>
            <a:chOff x="360" y="5270400"/>
            <a:chExt cx="3186000" cy="1757160"/>
          </a:xfrm>
        </p:grpSpPr>
        <p:grpSp>
          <p:nvGrpSpPr>
            <p:cNvPr id="126" name="Google Shape;162;p6"/>
            <p:cNvGrpSpPr/>
            <p:nvPr/>
          </p:nvGrpSpPr>
          <p:grpSpPr>
            <a:xfrm>
              <a:off x="531720" y="6334200"/>
              <a:ext cx="2654640" cy="693360"/>
              <a:chOff x="531720" y="6334200"/>
              <a:chExt cx="2654640" cy="693360"/>
            </a:xfrm>
          </p:grpSpPr>
          <p:pic>
            <p:nvPicPr>
              <p:cNvPr id="127" name="Google Shape;163;p6" descr=""/>
              <p:cNvPicPr/>
              <p:nvPr/>
            </p:nvPicPr>
            <p:blipFill>
              <a:blip r:embed="rId15"/>
              <a:stretch/>
            </p:blipFill>
            <p:spPr>
              <a:xfrm flipH="1">
                <a:off x="2124720" y="6334200"/>
                <a:ext cx="1061640" cy="693360"/>
              </a:xfrm>
              <a:prstGeom prst="rect">
                <a:avLst/>
              </a:prstGeom>
              <a:ln w="0">
                <a:noFill/>
              </a:ln>
            </p:spPr>
          </p:pic>
          <p:pic>
            <p:nvPicPr>
              <p:cNvPr id="128" name="Google Shape;164;p6" descr=""/>
              <p:cNvPicPr/>
              <p:nvPr/>
            </p:nvPicPr>
            <p:blipFill>
              <a:blip r:embed="rId16"/>
              <a:stretch/>
            </p:blipFill>
            <p:spPr>
              <a:xfrm flipH="1">
                <a:off x="531720" y="6334200"/>
                <a:ext cx="1061640" cy="693360"/>
              </a:xfrm>
              <a:prstGeom prst="rect">
                <a:avLst/>
              </a:prstGeom>
              <a:ln w="0">
                <a:noFill/>
              </a:ln>
            </p:spPr>
          </p:pic>
        </p:grpSp>
        <p:grpSp>
          <p:nvGrpSpPr>
            <p:cNvPr id="129" name="Google Shape;165;p6"/>
            <p:cNvGrpSpPr/>
            <p:nvPr/>
          </p:nvGrpSpPr>
          <p:grpSpPr>
            <a:xfrm>
              <a:off x="360" y="5802840"/>
              <a:ext cx="2655360" cy="693360"/>
              <a:chOff x="360" y="5802840"/>
              <a:chExt cx="2655360" cy="693360"/>
            </a:xfrm>
          </p:grpSpPr>
          <p:pic>
            <p:nvPicPr>
              <p:cNvPr id="130" name="Google Shape;166;p6" descr=""/>
              <p:cNvPicPr/>
              <p:nvPr/>
            </p:nvPicPr>
            <p:blipFill>
              <a:blip r:embed="rId17"/>
              <a:stretch/>
            </p:blipFill>
            <p:spPr>
              <a:xfrm flipH="1">
                <a:off x="1594080" y="5802840"/>
                <a:ext cx="1061640" cy="693360"/>
              </a:xfrm>
              <a:prstGeom prst="rect">
                <a:avLst/>
              </a:prstGeom>
              <a:ln w="0">
                <a:noFill/>
              </a:ln>
            </p:spPr>
          </p:pic>
          <p:pic>
            <p:nvPicPr>
              <p:cNvPr id="131" name="Google Shape;167;p6" descr=""/>
              <p:cNvPicPr/>
              <p:nvPr/>
            </p:nvPicPr>
            <p:blipFill>
              <a:blip r:embed="rId18"/>
              <a:stretch/>
            </p:blipFill>
            <p:spPr>
              <a:xfrm flipH="1">
                <a:off x="360" y="5802840"/>
                <a:ext cx="1061640" cy="693360"/>
              </a:xfrm>
              <a:prstGeom prst="rect">
                <a:avLst/>
              </a:prstGeom>
              <a:ln w="0">
                <a:noFill/>
              </a:ln>
            </p:spPr>
          </p:pic>
        </p:grpSp>
        <p:pic>
          <p:nvPicPr>
            <p:cNvPr id="132" name="Google Shape;168;p6" descr=""/>
            <p:cNvPicPr/>
            <p:nvPr/>
          </p:nvPicPr>
          <p:blipFill>
            <a:blip r:embed="rId19"/>
            <a:stretch/>
          </p:blipFill>
          <p:spPr>
            <a:xfrm flipH="1">
              <a:off x="531720" y="5270400"/>
              <a:ext cx="1061640" cy="693720"/>
            </a:xfrm>
            <a:prstGeom prst="rect">
              <a:avLst/>
            </a:prstGeom>
            <a:ln w="0">
              <a:noFill/>
            </a:ln>
          </p:spPr>
        </p:pic>
      </p:grpSp>
      <p:sp>
        <p:nvSpPr>
          <p:cNvPr id="133" name="PlaceHolder 1"/>
          <p:cNvSpPr>
            <a:spLocks noGrp="1"/>
          </p:cNvSpPr>
          <p:nvPr>
            <p:ph type="title"/>
          </p:nvPr>
        </p:nvSpPr>
        <p:spPr>
          <a:xfrm>
            <a:off x="1035000" y="536760"/>
            <a:ext cx="4782600" cy="1141920"/>
          </a:xfrm>
          <a:prstGeom prst="rect">
            <a:avLst/>
          </a:prstGeom>
          <a:noFill/>
          <a:ln w="0">
            <a:noFill/>
          </a:ln>
        </p:spPr>
        <p:txBody>
          <a:bodyPr lIns="0" rIns="0" tIns="0" bIns="0" anchor="b">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4" name="PlaceHolder 2"/>
          <p:cNvSpPr>
            <a:spLocks noGrp="1"/>
          </p:cNvSpPr>
          <p:nvPr>
            <p:ph type="body"/>
          </p:nvPr>
        </p:nvSpPr>
        <p:spPr>
          <a:xfrm>
            <a:off x="1035000" y="2032200"/>
            <a:ext cx="4782600" cy="4102560"/>
          </a:xfrm>
          <a:prstGeom prst="rect">
            <a:avLst/>
          </a:prstGeom>
          <a:noFill/>
          <a:ln w="0">
            <a:noFill/>
          </a:ln>
        </p:spPr>
        <p:txBody>
          <a:bodyPr lIns="0" rIns="0" tIns="0" bIns="0" anchor="t">
            <a:noAutofit/>
          </a:bodyPr>
          <a:p>
            <a:pPr marL="432000" indent="-324000">
              <a:spcBef>
                <a:spcPts val="1885"/>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000" spc="-1" strike="noStrike">
                <a:solidFill>
                  <a:srgbClr val="000000"/>
                </a:solidFill>
                <a:latin typeface="Arial"/>
              </a:rPr>
              <a:t>Seventh </a:t>
            </a:r>
            <a:r>
              <a:rPr b="0" lang="en-US" sz="2000" spc="-1" strike="noStrike">
                <a:solidFill>
                  <a:srgbClr val="000000"/>
                </a:solidFill>
                <a:latin typeface="Arial"/>
              </a:rPr>
              <a:t>Outline Level</a:t>
            </a:r>
            <a:endParaRPr b="0" lang="en-US" sz="2000" spc="-1" strike="noStrike">
              <a:solidFill>
                <a:srgbClr val="000000"/>
              </a:solidFill>
              <a:latin typeface="Arial"/>
            </a:endParaRPr>
          </a:p>
        </p:txBody>
      </p:sp>
      <p:sp>
        <p:nvSpPr>
          <p:cNvPr id="135" name="PlaceHolder 3"/>
          <p:cNvSpPr>
            <a:spLocks noGrp="1"/>
          </p:cNvSpPr>
          <p:nvPr>
            <p:ph type="body"/>
          </p:nvPr>
        </p:nvSpPr>
        <p:spPr>
          <a:xfrm>
            <a:off x="6373080" y="2032200"/>
            <a:ext cx="4782600" cy="4102560"/>
          </a:xfrm>
          <a:prstGeom prst="rect">
            <a:avLst/>
          </a:prstGeom>
          <a:noFill/>
          <a:ln w="0">
            <a:noFill/>
          </a:ln>
        </p:spPr>
        <p:txBody>
          <a:bodyPr lIns="0" rIns="0" tIns="0" bIns="0" anchor="t">
            <a:noAutofit/>
          </a:bodyPr>
          <a:p>
            <a:pPr marL="432000" indent="-324000">
              <a:spcBef>
                <a:spcPts val="1885"/>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136" name="PlaceHolder 4"/>
          <p:cNvSpPr>
            <a:spLocks noGrp="1"/>
          </p:cNvSpPr>
          <p:nvPr>
            <p:ph type="sldNum" idx="4"/>
          </p:nvPr>
        </p:nvSpPr>
        <p:spPr>
          <a:xfrm>
            <a:off x="11638800" y="6311520"/>
            <a:ext cx="552600" cy="545760"/>
          </a:xfrm>
          <a:prstGeom prst="rect">
            <a:avLst/>
          </a:prstGeom>
          <a:noFill/>
          <a:ln w="0">
            <a:noFill/>
          </a:ln>
        </p:spPr>
        <p:txBody>
          <a:bodyPr lIns="0" rIns="0" tIns="0" bIns="0" anchor="ctr">
            <a:noAutofit/>
          </a:bodyPr>
          <a:lstStyle>
            <a:lvl1pPr algn="ctr">
              <a:lnSpc>
                <a:spcPct val="100000"/>
              </a:lnSpc>
              <a:buNone/>
              <a:tabLst>
                <a:tab algn="l" pos="0"/>
              </a:tabLst>
              <a:defRPr b="0" lang="en" sz="1300" spc="-1" strike="noStrike">
                <a:solidFill>
                  <a:srgbClr val="68728d"/>
                </a:solidFill>
                <a:latin typeface="Montserrat Light"/>
                <a:ea typeface="Montserrat Light"/>
              </a:defRPr>
            </a:lvl1pPr>
          </a:lstStyle>
          <a:p>
            <a:pPr algn="ctr">
              <a:lnSpc>
                <a:spcPct val="100000"/>
              </a:lnSpc>
              <a:buNone/>
              <a:tabLst>
                <a:tab algn="l" pos="0"/>
              </a:tabLst>
            </a:pPr>
            <a:fld id="{E3CC17B8-3084-47B6-AB79-4A36546B30F6}" type="slidenum">
              <a:rPr b="0" lang="en" sz="1300" spc="-1" strike="noStrike">
                <a:solidFill>
                  <a:srgbClr val="68728d"/>
                </a:solidFill>
                <a:latin typeface="Montserrat Light"/>
                <a:ea typeface="Montserrat Light"/>
              </a:rPr>
              <a:t>&lt;number&gt;</a:t>
            </a:fld>
            <a:endParaRPr b="0" lang="en-US" sz="13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0d8e5"/>
            </a:gs>
          </a:gsLst>
          <a:path path="circle">
            <a:fillToRect l="49000" t="49000" r="51000" b="51000"/>
          </a:path>
        </a:gradFill>
      </p:bgPr>
    </p:bg>
    <p:spTree>
      <p:nvGrpSpPr>
        <p:cNvPr id="1" name=""/>
        <p:cNvGrpSpPr/>
        <p:nvPr/>
      </p:nvGrpSpPr>
      <p:grpSpPr>
        <a:xfrm>
          <a:off x="0" y="0"/>
          <a:ext cx="0" cy="0"/>
          <a:chOff x="0" y="0"/>
          <a:chExt cx="0" cy="0"/>
        </a:xfrm>
      </p:grpSpPr>
      <p:grpSp>
        <p:nvGrpSpPr>
          <p:cNvPr id="173" name="Google Shape;144;p6"/>
          <p:cNvGrpSpPr/>
          <p:nvPr/>
        </p:nvGrpSpPr>
        <p:grpSpPr>
          <a:xfrm>
            <a:off x="5818680" y="-3960"/>
            <a:ext cx="6372720" cy="2820960"/>
            <a:chOff x="5818680" y="-3960"/>
            <a:chExt cx="6372720" cy="2820960"/>
          </a:xfrm>
        </p:grpSpPr>
        <p:pic>
          <p:nvPicPr>
            <p:cNvPr id="174" name="Google Shape;145;p6" descr=""/>
            <p:cNvPicPr/>
            <p:nvPr/>
          </p:nvPicPr>
          <p:blipFill>
            <a:blip r:embed="rId2"/>
            <a:stretch/>
          </p:blipFill>
          <p:spPr>
            <a:xfrm flipH="1">
              <a:off x="11129760" y="2123280"/>
              <a:ext cx="1061640" cy="693720"/>
            </a:xfrm>
            <a:prstGeom prst="rect">
              <a:avLst/>
            </a:prstGeom>
            <a:ln w="0">
              <a:noFill/>
            </a:ln>
          </p:spPr>
        </p:pic>
        <p:pic>
          <p:nvPicPr>
            <p:cNvPr id="175" name="Google Shape;146;p6" descr=""/>
            <p:cNvPicPr/>
            <p:nvPr/>
          </p:nvPicPr>
          <p:blipFill>
            <a:blip r:embed="rId3"/>
            <a:stretch/>
          </p:blipFill>
          <p:spPr>
            <a:xfrm flipH="1">
              <a:off x="10598400" y="1591920"/>
              <a:ext cx="1061640" cy="693720"/>
            </a:xfrm>
            <a:prstGeom prst="rect">
              <a:avLst/>
            </a:prstGeom>
            <a:ln w="0">
              <a:noFill/>
            </a:ln>
          </p:spPr>
        </p:pic>
        <p:grpSp>
          <p:nvGrpSpPr>
            <p:cNvPr id="176" name="Google Shape;147;p6"/>
            <p:cNvGrpSpPr/>
            <p:nvPr/>
          </p:nvGrpSpPr>
          <p:grpSpPr>
            <a:xfrm>
              <a:off x="7943040" y="1059840"/>
              <a:ext cx="4248360" cy="693360"/>
              <a:chOff x="7943040" y="1059840"/>
              <a:chExt cx="4248360" cy="693360"/>
            </a:xfrm>
          </p:grpSpPr>
          <p:pic>
            <p:nvPicPr>
              <p:cNvPr id="177" name="Google Shape;148;p6" descr=""/>
              <p:cNvPicPr/>
              <p:nvPr/>
            </p:nvPicPr>
            <p:blipFill>
              <a:blip r:embed="rId4"/>
              <a:stretch/>
            </p:blipFill>
            <p:spPr>
              <a:xfrm flipH="1">
                <a:off x="11129760" y="1059840"/>
                <a:ext cx="1061640" cy="693360"/>
              </a:xfrm>
              <a:prstGeom prst="rect">
                <a:avLst/>
              </a:prstGeom>
              <a:ln w="0">
                <a:noFill/>
              </a:ln>
            </p:spPr>
          </p:pic>
          <p:pic>
            <p:nvPicPr>
              <p:cNvPr id="178" name="Google Shape;149;p6" descr=""/>
              <p:cNvPicPr/>
              <p:nvPr/>
            </p:nvPicPr>
            <p:blipFill>
              <a:blip r:embed="rId5"/>
              <a:stretch/>
            </p:blipFill>
            <p:spPr>
              <a:xfrm flipH="1">
                <a:off x="9536040" y="1059840"/>
                <a:ext cx="1062000" cy="693360"/>
              </a:xfrm>
              <a:prstGeom prst="rect">
                <a:avLst/>
              </a:prstGeom>
              <a:ln w="0">
                <a:noFill/>
              </a:ln>
            </p:spPr>
          </p:pic>
          <p:pic>
            <p:nvPicPr>
              <p:cNvPr id="179" name="Google Shape;150;p6" descr=""/>
              <p:cNvPicPr/>
              <p:nvPr/>
            </p:nvPicPr>
            <p:blipFill>
              <a:blip r:embed="rId6"/>
              <a:stretch/>
            </p:blipFill>
            <p:spPr>
              <a:xfrm flipH="1">
                <a:off x="7943040" y="1059840"/>
                <a:ext cx="1061640" cy="693360"/>
              </a:xfrm>
              <a:prstGeom prst="rect">
                <a:avLst/>
              </a:prstGeom>
              <a:ln w="0">
                <a:noFill/>
              </a:ln>
            </p:spPr>
          </p:pic>
        </p:grpSp>
        <p:grpSp>
          <p:nvGrpSpPr>
            <p:cNvPr id="180" name="Google Shape;151;p6"/>
            <p:cNvGrpSpPr/>
            <p:nvPr/>
          </p:nvGrpSpPr>
          <p:grpSpPr>
            <a:xfrm>
              <a:off x="5818680" y="528480"/>
              <a:ext cx="5841360" cy="693360"/>
              <a:chOff x="5818680" y="528480"/>
              <a:chExt cx="5841360" cy="693360"/>
            </a:xfrm>
          </p:grpSpPr>
          <p:pic>
            <p:nvPicPr>
              <p:cNvPr id="181" name="Google Shape;152;p6" descr=""/>
              <p:cNvPicPr/>
              <p:nvPr/>
            </p:nvPicPr>
            <p:blipFill>
              <a:blip r:embed="rId7"/>
              <a:stretch/>
            </p:blipFill>
            <p:spPr>
              <a:xfrm flipH="1">
                <a:off x="10598400" y="528480"/>
                <a:ext cx="1061640" cy="693360"/>
              </a:xfrm>
              <a:prstGeom prst="rect">
                <a:avLst/>
              </a:prstGeom>
              <a:ln w="0">
                <a:noFill/>
              </a:ln>
            </p:spPr>
          </p:pic>
          <p:pic>
            <p:nvPicPr>
              <p:cNvPr id="182" name="Google Shape;153;p6" descr=""/>
              <p:cNvPicPr/>
              <p:nvPr/>
            </p:nvPicPr>
            <p:blipFill>
              <a:blip r:embed="rId8"/>
              <a:stretch/>
            </p:blipFill>
            <p:spPr>
              <a:xfrm flipH="1">
                <a:off x="9005400" y="528480"/>
                <a:ext cx="1061640" cy="693360"/>
              </a:xfrm>
              <a:prstGeom prst="rect">
                <a:avLst/>
              </a:prstGeom>
              <a:ln w="0">
                <a:noFill/>
              </a:ln>
            </p:spPr>
          </p:pic>
          <p:pic>
            <p:nvPicPr>
              <p:cNvPr id="183" name="Google Shape;154;p6" descr=""/>
              <p:cNvPicPr/>
              <p:nvPr/>
            </p:nvPicPr>
            <p:blipFill>
              <a:blip r:embed="rId9"/>
              <a:stretch/>
            </p:blipFill>
            <p:spPr>
              <a:xfrm flipH="1">
                <a:off x="7411680" y="528480"/>
                <a:ext cx="1062000" cy="693360"/>
              </a:xfrm>
              <a:prstGeom prst="rect">
                <a:avLst/>
              </a:prstGeom>
              <a:ln w="0">
                <a:noFill/>
              </a:ln>
            </p:spPr>
          </p:pic>
          <p:pic>
            <p:nvPicPr>
              <p:cNvPr id="184" name="Google Shape;155;p6" descr=""/>
              <p:cNvPicPr/>
              <p:nvPr/>
            </p:nvPicPr>
            <p:blipFill>
              <a:blip r:embed="rId10"/>
              <a:stretch/>
            </p:blipFill>
            <p:spPr>
              <a:xfrm flipH="1">
                <a:off x="5818680" y="528480"/>
                <a:ext cx="1061640" cy="693360"/>
              </a:xfrm>
              <a:prstGeom prst="rect">
                <a:avLst/>
              </a:prstGeom>
              <a:ln w="0">
                <a:noFill/>
              </a:ln>
            </p:spPr>
          </p:pic>
        </p:grpSp>
        <p:grpSp>
          <p:nvGrpSpPr>
            <p:cNvPr id="185" name="Google Shape;156;p6"/>
            <p:cNvGrpSpPr/>
            <p:nvPr/>
          </p:nvGrpSpPr>
          <p:grpSpPr>
            <a:xfrm>
              <a:off x="6349680" y="-3960"/>
              <a:ext cx="5841720" cy="693720"/>
              <a:chOff x="6349680" y="-3960"/>
              <a:chExt cx="5841720" cy="693720"/>
            </a:xfrm>
          </p:grpSpPr>
          <p:pic>
            <p:nvPicPr>
              <p:cNvPr id="186" name="Google Shape;157;p6" descr=""/>
              <p:cNvPicPr/>
              <p:nvPr/>
            </p:nvPicPr>
            <p:blipFill>
              <a:blip r:embed="rId11"/>
              <a:stretch/>
            </p:blipFill>
            <p:spPr>
              <a:xfrm flipH="1">
                <a:off x="11129760" y="-3960"/>
                <a:ext cx="1061640" cy="693720"/>
              </a:xfrm>
              <a:prstGeom prst="rect">
                <a:avLst/>
              </a:prstGeom>
              <a:ln w="0">
                <a:noFill/>
              </a:ln>
            </p:spPr>
          </p:pic>
          <p:pic>
            <p:nvPicPr>
              <p:cNvPr id="187" name="Google Shape;158;p6" descr=""/>
              <p:cNvPicPr/>
              <p:nvPr/>
            </p:nvPicPr>
            <p:blipFill>
              <a:blip r:embed="rId12"/>
              <a:stretch/>
            </p:blipFill>
            <p:spPr>
              <a:xfrm flipH="1">
                <a:off x="9536040" y="-3960"/>
                <a:ext cx="1062000" cy="693720"/>
              </a:xfrm>
              <a:prstGeom prst="rect">
                <a:avLst/>
              </a:prstGeom>
              <a:ln w="0">
                <a:noFill/>
              </a:ln>
            </p:spPr>
          </p:pic>
          <p:pic>
            <p:nvPicPr>
              <p:cNvPr id="188" name="Google Shape;159;p6" descr=""/>
              <p:cNvPicPr/>
              <p:nvPr/>
            </p:nvPicPr>
            <p:blipFill>
              <a:blip r:embed="rId13"/>
              <a:stretch/>
            </p:blipFill>
            <p:spPr>
              <a:xfrm flipH="1">
                <a:off x="7943040" y="-3960"/>
                <a:ext cx="1061640" cy="693720"/>
              </a:xfrm>
              <a:prstGeom prst="rect">
                <a:avLst/>
              </a:prstGeom>
              <a:ln w="0">
                <a:noFill/>
              </a:ln>
            </p:spPr>
          </p:pic>
          <p:pic>
            <p:nvPicPr>
              <p:cNvPr id="189" name="Google Shape;160;p6" descr=""/>
              <p:cNvPicPr/>
              <p:nvPr/>
            </p:nvPicPr>
            <p:blipFill>
              <a:blip r:embed="rId14"/>
              <a:stretch/>
            </p:blipFill>
            <p:spPr>
              <a:xfrm flipH="1">
                <a:off x="6349680" y="-3960"/>
                <a:ext cx="1061640" cy="693720"/>
              </a:xfrm>
              <a:prstGeom prst="rect">
                <a:avLst/>
              </a:prstGeom>
              <a:ln w="0">
                <a:noFill/>
              </a:ln>
            </p:spPr>
          </p:pic>
        </p:grpSp>
      </p:grpSp>
      <p:grpSp>
        <p:nvGrpSpPr>
          <p:cNvPr id="190" name="Google Shape;161;p6"/>
          <p:cNvGrpSpPr/>
          <p:nvPr/>
        </p:nvGrpSpPr>
        <p:grpSpPr>
          <a:xfrm>
            <a:off x="360" y="5270400"/>
            <a:ext cx="3186000" cy="1757160"/>
            <a:chOff x="360" y="5270400"/>
            <a:chExt cx="3186000" cy="1757160"/>
          </a:xfrm>
        </p:grpSpPr>
        <p:grpSp>
          <p:nvGrpSpPr>
            <p:cNvPr id="191" name="Google Shape;162;p6"/>
            <p:cNvGrpSpPr/>
            <p:nvPr/>
          </p:nvGrpSpPr>
          <p:grpSpPr>
            <a:xfrm>
              <a:off x="531720" y="6334200"/>
              <a:ext cx="2654640" cy="693360"/>
              <a:chOff x="531720" y="6334200"/>
              <a:chExt cx="2654640" cy="693360"/>
            </a:xfrm>
          </p:grpSpPr>
          <p:pic>
            <p:nvPicPr>
              <p:cNvPr id="192" name="Google Shape;163;p6" descr=""/>
              <p:cNvPicPr/>
              <p:nvPr/>
            </p:nvPicPr>
            <p:blipFill>
              <a:blip r:embed="rId15"/>
              <a:stretch/>
            </p:blipFill>
            <p:spPr>
              <a:xfrm flipH="1">
                <a:off x="2124720" y="6334200"/>
                <a:ext cx="1061640" cy="693360"/>
              </a:xfrm>
              <a:prstGeom prst="rect">
                <a:avLst/>
              </a:prstGeom>
              <a:ln w="0">
                <a:noFill/>
              </a:ln>
            </p:spPr>
          </p:pic>
          <p:pic>
            <p:nvPicPr>
              <p:cNvPr id="193" name="Google Shape;164;p6" descr=""/>
              <p:cNvPicPr/>
              <p:nvPr/>
            </p:nvPicPr>
            <p:blipFill>
              <a:blip r:embed="rId16"/>
              <a:stretch/>
            </p:blipFill>
            <p:spPr>
              <a:xfrm flipH="1">
                <a:off x="531720" y="6334200"/>
                <a:ext cx="1061640" cy="693360"/>
              </a:xfrm>
              <a:prstGeom prst="rect">
                <a:avLst/>
              </a:prstGeom>
              <a:ln w="0">
                <a:noFill/>
              </a:ln>
            </p:spPr>
          </p:pic>
        </p:grpSp>
        <p:grpSp>
          <p:nvGrpSpPr>
            <p:cNvPr id="194" name="Google Shape;165;p6"/>
            <p:cNvGrpSpPr/>
            <p:nvPr/>
          </p:nvGrpSpPr>
          <p:grpSpPr>
            <a:xfrm>
              <a:off x="360" y="5802840"/>
              <a:ext cx="2655360" cy="693360"/>
              <a:chOff x="360" y="5802840"/>
              <a:chExt cx="2655360" cy="693360"/>
            </a:xfrm>
          </p:grpSpPr>
          <p:pic>
            <p:nvPicPr>
              <p:cNvPr id="195" name="Google Shape;166;p6" descr=""/>
              <p:cNvPicPr/>
              <p:nvPr/>
            </p:nvPicPr>
            <p:blipFill>
              <a:blip r:embed="rId17"/>
              <a:stretch/>
            </p:blipFill>
            <p:spPr>
              <a:xfrm flipH="1">
                <a:off x="1594080" y="5802840"/>
                <a:ext cx="1061640" cy="693360"/>
              </a:xfrm>
              <a:prstGeom prst="rect">
                <a:avLst/>
              </a:prstGeom>
              <a:ln w="0">
                <a:noFill/>
              </a:ln>
            </p:spPr>
          </p:pic>
          <p:pic>
            <p:nvPicPr>
              <p:cNvPr id="196" name="Google Shape;167;p6" descr=""/>
              <p:cNvPicPr/>
              <p:nvPr/>
            </p:nvPicPr>
            <p:blipFill>
              <a:blip r:embed="rId18"/>
              <a:stretch/>
            </p:blipFill>
            <p:spPr>
              <a:xfrm flipH="1">
                <a:off x="360" y="5802840"/>
                <a:ext cx="1061640" cy="693360"/>
              </a:xfrm>
              <a:prstGeom prst="rect">
                <a:avLst/>
              </a:prstGeom>
              <a:ln w="0">
                <a:noFill/>
              </a:ln>
            </p:spPr>
          </p:pic>
        </p:grpSp>
        <p:pic>
          <p:nvPicPr>
            <p:cNvPr id="197" name="Google Shape;168;p6" descr=""/>
            <p:cNvPicPr/>
            <p:nvPr/>
          </p:nvPicPr>
          <p:blipFill>
            <a:blip r:embed="rId19"/>
            <a:stretch/>
          </p:blipFill>
          <p:spPr>
            <a:xfrm flipH="1">
              <a:off x="531720" y="5270400"/>
              <a:ext cx="1061640" cy="693720"/>
            </a:xfrm>
            <a:prstGeom prst="rect">
              <a:avLst/>
            </a:prstGeom>
            <a:ln w="0">
              <a:noFill/>
            </a:ln>
          </p:spPr>
        </p:pic>
      </p:grpSp>
      <p:sp>
        <p:nvSpPr>
          <p:cNvPr id="198" name="PlaceHolder 1"/>
          <p:cNvSpPr>
            <a:spLocks noGrp="1"/>
          </p:cNvSpPr>
          <p:nvPr>
            <p:ph type="title"/>
          </p:nvPr>
        </p:nvSpPr>
        <p:spPr>
          <a:xfrm>
            <a:off x="1035000" y="536760"/>
            <a:ext cx="4782600" cy="1141920"/>
          </a:xfrm>
          <a:prstGeom prst="rect">
            <a:avLst/>
          </a:prstGeom>
          <a:noFill/>
          <a:ln w="0">
            <a:noFill/>
          </a:ln>
        </p:spPr>
        <p:txBody>
          <a:bodyPr lIns="0" rIns="0" tIns="0" bIns="0" anchor="b">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9" name="PlaceHolder 2"/>
          <p:cNvSpPr>
            <a:spLocks noGrp="1"/>
          </p:cNvSpPr>
          <p:nvPr>
            <p:ph type="body"/>
          </p:nvPr>
        </p:nvSpPr>
        <p:spPr>
          <a:xfrm>
            <a:off x="1035000" y="2032200"/>
            <a:ext cx="4782600" cy="4102560"/>
          </a:xfrm>
          <a:prstGeom prst="rect">
            <a:avLst/>
          </a:prstGeom>
          <a:noFill/>
          <a:ln w="0">
            <a:noFill/>
          </a:ln>
        </p:spPr>
        <p:txBody>
          <a:bodyPr lIns="0" rIns="0" tIns="0" bIns="0" anchor="t">
            <a:noAutofit/>
          </a:bodyPr>
          <a:p>
            <a:pPr marL="432000" indent="-324000">
              <a:spcBef>
                <a:spcPts val="1885"/>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00" name="PlaceHolder 3"/>
          <p:cNvSpPr>
            <a:spLocks noGrp="1"/>
          </p:cNvSpPr>
          <p:nvPr>
            <p:ph type="body"/>
          </p:nvPr>
        </p:nvSpPr>
        <p:spPr>
          <a:xfrm>
            <a:off x="6373080" y="2032200"/>
            <a:ext cx="4782600" cy="4102560"/>
          </a:xfrm>
          <a:prstGeom prst="rect">
            <a:avLst/>
          </a:prstGeom>
          <a:noFill/>
          <a:ln w="0">
            <a:noFill/>
          </a:ln>
        </p:spPr>
        <p:txBody>
          <a:bodyPr lIns="0" rIns="0" tIns="0" bIns="0" anchor="t">
            <a:noAutofit/>
          </a:bodyPr>
          <a:p>
            <a:pPr marL="432000" indent="-324000">
              <a:spcBef>
                <a:spcPts val="1885"/>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01" name="PlaceHolder 4"/>
          <p:cNvSpPr>
            <a:spLocks noGrp="1"/>
          </p:cNvSpPr>
          <p:nvPr>
            <p:ph type="sldNum" idx="5"/>
          </p:nvPr>
        </p:nvSpPr>
        <p:spPr>
          <a:xfrm>
            <a:off x="11638800" y="6311520"/>
            <a:ext cx="552600" cy="545760"/>
          </a:xfrm>
          <a:prstGeom prst="rect">
            <a:avLst/>
          </a:prstGeom>
          <a:noFill/>
          <a:ln w="0">
            <a:noFill/>
          </a:ln>
        </p:spPr>
        <p:txBody>
          <a:bodyPr lIns="0" rIns="0" tIns="0" bIns="0" anchor="ctr">
            <a:noAutofit/>
          </a:bodyPr>
          <a:lstStyle>
            <a:lvl1pPr algn="ctr">
              <a:lnSpc>
                <a:spcPct val="100000"/>
              </a:lnSpc>
              <a:buNone/>
              <a:tabLst>
                <a:tab algn="l" pos="0"/>
              </a:tabLst>
              <a:defRPr b="0" lang="en" sz="1300" spc="-1" strike="noStrike">
                <a:solidFill>
                  <a:srgbClr val="68728d"/>
                </a:solidFill>
                <a:latin typeface="Montserrat Light"/>
                <a:ea typeface="Montserrat Light"/>
              </a:defRPr>
            </a:lvl1pPr>
          </a:lstStyle>
          <a:p>
            <a:pPr algn="ctr">
              <a:lnSpc>
                <a:spcPct val="100000"/>
              </a:lnSpc>
              <a:buNone/>
              <a:tabLst>
                <a:tab algn="l" pos="0"/>
              </a:tabLst>
            </a:pPr>
            <a:fld id="{1FB439D3-0753-4C23-850A-811B45182FF7}" type="slidenum">
              <a:rPr b="0" lang="en" sz="1300" spc="-1" strike="noStrike">
                <a:solidFill>
                  <a:srgbClr val="68728d"/>
                </a:solidFill>
                <a:latin typeface="Montserrat Light"/>
                <a:ea typeface="Montserrat Light"/>
              </a:rPr>
              <a:t>&lt;number&gt;</a:t>
            </a:fld>
            <a:endParaRPr b="0" lang="en-US" sz="13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3200" cy="1828800"/>
          </a:xfrm>
          <a:prstGeom prst="rect">
            <a:avLst/>
          </a:prstGeom>
          <a:noFill/>
        </p:spPr>
        <p:txBody>
          <a:bodyPr wrap="square">
            <a:normAutofit/>
          </a:bodyPr>
          <a:lstStyle/>
          <a:p>
            <a:pPr algn="ctr"/>
            <a:r>
              <a:rPr sz="3600" b="1"/>
              <a:t>Giới thiệu: Khái niệm "Chiến tranh Thế giới Hiện tại"</a:t>
            </a:r>
          </a:p>
        </p:txBody>
      </p:sp>
      <p:sp>
        <p:nvSpPr>
          <p:cNvPr id="3" name="TextBox 2"/>
          <p:cNvSpPr txBox="1"/>
          <p:nvPr/>
        </p:nvSpPr>
        <p:spPr>
          <a:xfrm>
            <a:off x="1828800" y="3840480"/>
            <a:ext cx="8534400" cy="914400"/>
          </a:xfrm>
          <a:prstGeom prst="rect">
            <a:avLst/>
          </a:prstGeom>
          <a:noFill/>
        </p:spPr>
        <p:txBody>
          <a:bodyPr wrap="square">
            <a:normAutofit/>
          </a:bodyPr>
          <a:lstStyle/>
          <a:p>
            <a:pPr algn="ctr">
              <a:spcBef>
                <a:spcPts val="300"/>
              </a:spcBef>
              <a:spcAft>
                <a:spcPts val="300"/>
              </a:spcAft>
            </a:pPr>
            <a:r>
              <a:rPr sz="1800"/>
              <a:t>Khái niệm "Chiến tranh Thế giới Hiện tại" không phải là một cuộc chiến tranh tổng lực toàn cầu được tuyên bố, mà là một tập hợp phức tạp các xung đột,</a:t>
            </a:r>
          </a:p>
        </p:txBody>
      </p:sp>
    </p:spTree>
  </p:cSld>
  <p:clrMapOvr>
    <a:masterClrMapping/>
  </p:clrMapOvr>
  <p:transition spd="med" advClick="1">
    <p:randomBar dir="horz"/>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Bối cảnh Địa chính trị Toàn cầu Đang thay đổi</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Thế giới đang chuyển dịch từ trật tự đơn cực sang đa cực, với sự cạnh tranh ngày càng tăng giữa các cường quốc.</a:t>
            </a:r>
          </a:p>
          <a:p>
            <a:pPr>
              <a:spcBef>
                <a:spcPts val="300"/>
              </a:spcBef>
              <a:spcAft>
                <a:spcPts val="300"/>
              </a:spcAft>
            </a:pPr>
            <a:r>
              <a:rPr sz="1400"/>
              <a:t>•  Sự trỗi dậy của các cường quốc mới như Trung Quốc và sự tái khẳng định của Nga.</a:t>
            </a:r>
          </a:p>
          <a:p>
            <a:pPr>
              <a:spcBef>
                <a:spcPts val="300"/>
              </a:spcBef>
              <a:spcAft>
                <a:spcPts val="300"/>
              </a:spcAft>
            </a:pPr>
            <a:r>
              <a:rPr sz="1400"/>
              <a:t>•  Cạnh tranh chiến lược giữa Hoa Kỳ và các đối thủ về kinh tế, quân sự và công nghệ.</a:t>
            </a:r>
          </a:p>
          <a:p>
            <a:pPr>
              <a:spcBef>
                <a:spcPts val="300"/>
              </a:spcBef>
              <a:spcAft>
                <a:spcPts val="300"/>
              </a:spcAft>
            </a:pPr>
            <a:r>
              <a:rPr sz="1400"/>
              <a:t>•  Các liên minh và khối khu vực đang định hình lại bản đồ địa chính trị.</a:t>
            </a:r>
          </a:p>
          <a:p>
            <a:pPr>
              <a:spcBef>
                <a:spcPts val="300"/>
              </a:spcBef>
              <a:spcAft>
                <a:spcPts val="300"/>
              </a:spcAft>
            </a:pPr>
            <a:r>
              <a:rPr sz="1400"/>
              <a:t>•  Gia tăng chủ nghĩa dân tộc và xu hướng bảo hộ trên toàn cầu.</a:t>
            </a:r>
          </a:p>
        </p:txBody>
      </p:sp>
      <p:pic>
        <p:nvPicPr>
          <p:cNvPr id="4" name="Picture 3" descr="1535acd93197a50c9f6a0ac32212dab9.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comb dir="horz"/>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Xung đột Khu vực Chính: Cuộc chiến tại Ukraine</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Xung đột Nga-Ukraine là một ví dụ điển hình về chiến tranh quy ước quy mô lớn trong thời đại hiện đại, với những tác động toàn cầu.</a:t>
            </a:r>
          </a:p>
          <a:p>
            <a:pPr>
              <a:spcBef>
                <a:spcPts val="300"/>
              </a:spcBef>
              <a:spcAft>
                <a:spcPts val="300"/>
              </a:spcAft>
            </a:pPr>
            <a:r>
              <a:rPr sz="1400"/>
              <a:t>•  Nguồn gốc của xung đột liên quan đến an ninh khu vực và ảnh hưởng địa chính trị.</a:t>
            </a:r>
          </a:p>
          <a:p>
            <a:pPr>
              <a:spcBef>
                <a:spcPts val="300"/>
              </a:spcBef>
              <a:spcAft>
                <a:spcPts val="300"/>
              </a:spcAft>
            </a:pPr>
            <a:r>
              <a:rPr sz="1400"/>
              <a:t>•  Sử dụng rộng rãi các công nghệ quân sự tiên tiến và chiến thuật lai.</a:t>
            </a:r>
          </a:p>
          <a:p>
            <a:pPr>
              <a:spcBef>
                <a:spcPts val="300"/>
              </a:spcBef>
              <a:spcAft>
                <a:spcPts val="300"/>
              </a:spcAft>
            </a:pPr>
            <a:r>
              <a:rPr sz="1400"/>
              <a:t>•  Gây ra cuộc khủng hoảng nhân đạo và tị nạn lớn nhất ở châu Âu kể từ Thế chiến II.</a:t>
            </a:r>
          </a:p>
          <a:p>
            <a:pPr>
              <a:spcBef>
                <a:spcPts val="300"/>
              </a:spcBef>
              <a:spcAft>
                <a:spcPts val="300"/>
              </a:spcAft>
            </a:pPr>
            <a:r>
              <a:rPr sz="1400"/>
              <a:t>•  Kích hoạt các lệnh trừng phạt kinh tế sâu rộng và làm thay đổi thị trường năng lượng toàn cầu.</a:t>
            </a:r>
          </a:p>
        </p:txBody>
      </p:sp>
      <p:pic>
        <p:nvPicPr>
          <p:cNvPr id="4" name="Picture 3" descr="482f530717b2f45b82a3b62c585951a8.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comb dir="horz"/>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Xung đột Khu vực Chính: Bất ổn ở Trung Đông</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Trung Đông tiếp tục là một điểm nóng của các cuộc xung đột đa chiều, với các yếu tố lịch sử, tôn giáo và tài nguyên.</a:t>
            </a:r>
          </a:p>
          <a:p>
            <a:pPr>
              <a:spcBef>
                <a:spcPts val="300"/>
              </a:spcBef>
              <a:spcAft>
                <a:spcPts val="300"/>
              </a:spcAft>
            </a:pPr>
            <a:r>
              <a:rPr sz="1400"/>
              <a:t>•  Xung đột Israel-Palestine kéo dài với những đợt bùng phát căng thẳng.</a:t>
            </a:r>
          </a:p>
          <a:p>
            <a:pPr>
              <a:spcBef>
                <a:spcPts val="300"/>
              </a:spcBef>
              <a:spcAft>
                <a:spcPts val="300"/>
              </a:spcAft>
            </a:pPr>
            <a:r>
              <a:rPr sz="1400"/>
              <a:t>•  Các cuộc nội chiến và xung đột ủy nhiệm ở Syria, Yemen, Libya vẫn tiếp diễn.</a:t>
            </a:r>
          </a:p>
          <a:p>
            <a:pPr>
              <a:spcBef>
                <a:spcPts val="300"/>
              </a:spcBef>
              <a:spcAft>
                <a:spcPts val="300"/>
              </a:spcAft>
            </a:pPr>
            <a:r>
              <a:rPr sz="1400"/>
              <a:t>•  Sự can thiệp của các cường quốc bên ngoài và các tổ chức phi nhà nước.</a:t>
            </a:r>
          </a:p>
          <a:p>
            <a:pPr>
              <a:spcBef>
                <a:spcPts val="300"/>
              </a:spcBef>
              <a:spcAft>
                <a:spcPts val="300"/>
              </a:spcAft>
            </a:pPr>
            <a:r>
              <a:rPr sz="1400"/>
              <a:t>•  Tình trạng bất ổn về an ninh và khủng hoảng nhân đạo nghiêm trọng.</a:t>
            </a:r>
          </a:p>
        </p:txBody>
      </p:sp>
      <p:pic>
        <p:nvPicPr>
          <p:cNvPr id="4" name="Picture 3" descr="158b06e50632e27d494593ba389ef918.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comb dir="horz"/>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Chiến tranh Ủy nhiệm và Chiến tranh Lai</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Các cuộc xung đột hiện đại thường sử dụng các phương pháp gián tiếp và kết hợp, vượt ra ngoài chiến tranh quy ước.</a:t>
            </a:r>
          </a:p>
          <a:p>
            <a:pPr>
              <a:spcBef>
                <a:spcPts val="300"/>
              </a:spcBef>
              <a:spcAft>
                <a:spcPts val="300"/>
              </a:spcAft>
            </a:pPr>
            <a:r>
              <a:rPr sz="1400"/>
              <a:t>•  Chiến tranh ủy nhiệm: Các cường quốc hỗ trợ các bên đối địch trong một xung đột khu vực mà không trực tiếp tham gia.</a:t>
            </a:r>
          </a:p>
          <a:p>
            <a:pPr>
              <a:spcBef>
                <a:spcPts val="300"/>
              </a:spcBef>
              <a:spcAft>
                <a:spcPts val="300"/>
              </a:spcAft>
            </a:pPr>
            <a:r>
              <a:rPr sz="1400"/>
              <a:t>•  Chiến tranh mạng: Các cuộc tấn công vào hạ tầng mạng, đánh cắp thông tin và gây rối loạn.</a:t>
            </a:r>
          </a:p>
          <a:p>
            <a:pPr>
              <a:spcBef>
                <a:spcPts val="300"/>
              </a:spcBef>
              <a:spcAft>
                <a:spcPts val="300"/>
              </a:spcAft>
            </a:pPr>
            <a:r>
              <a:rPr sz="1400"/>
              <a:t>•  Chiến tranh thông tin và tuyên truyền: Sử dụng thông tin sai lệch (disinformation) để thao túng dư luận và gây chia rẽ.</a:t>
            </a:r>
          </a:p>
          <a:p>
            <a:pPr>
              <a:spcBef>
                <a:spcPts val="300"/>
              </a:spcBef>
              <a:spcAft>
                <a:spcPts val="300"/>
              </a:spcAft>
            </a:pPr>
            <a:r>
              <a:rPr sz="1400"/>
              <a:t>•  Can thiệp bầu cử và phá hoại chính trị nội bộ.</a:t>
            </a:r>
          </a:p>
        </p:txBody>
      </p:sp>
      <p:pic>
        <p:nvPicPr>
          <p:cNvPr id="4" name="Picture 3" descr="b19e473ba6b81c291a9a5ea5978a8858.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plus/>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Chiến tranh Kinh tế và Cạnh tranh Thương mại</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Kinh tế ngày càng trở thành một công cụ mạnh mẽ trong cạnh tranh địa chính trị, đôi khi còn hiệu quả hơn vũ lực.</a:t>
            </a:r>
          </a:p>
          <a:p>
            <a:pPr>
              <a:spcBef>
                <a:spcPts val="300"/>
              </a:spcBef>
              <a:spcAft>
                <a:spcPts val="300"/>
              </a:spcAft>
            </a:pPr>
            <a:r>
              <a:rPr sz="1400"/>
              <a:t>•  Các lệnh trừng phạt kinh tế: Áp đặt nhằm gây áp lực lên các quốc gia mục tiêu.</a:t>
            </a:r>
          </a:p>
          <a:p>
            <a:pPr>
              <a:spcBef>
                <a:spcPts val="300"/>
              </a:spcBef>
              <a:spcAft>
                <a:spcPts val="300"/>
              </a:spcAft>
            </a:pPr>
            <a:r>
              <a:rPr sz="1400"/>
              <a:t>•  Chiến tranh thương mại: Sử dụng thuế quan và các rào cản thương mại để bảo vệ lợi ích quốc gia.</a:t>
            </a:r>
          </a:p>
          <a:p>
            <a:pPr>
              <a:spcBef>
                <a:spcPts val="300"/>
              </a:spcBef>
              <a:spcAft>
                <a:spcPts val="300"/>
              </a:spcAft>
            </a:pPr>
            <a:r>
              <a:rPr sz="1400"/>
              <a:t>•  Kiểm soát công nghệ: Hạn chế xuất khẩu công nghệ tiên tiến để làm chậm sự phát triển của đối thủ.</a:t>
            </a:r>
          </a:p>
          <a:p>
            <a:pPr>
              <a:spcBef>
                <a:spcPts val="300"/>
              </a:spcBef>
              <a:spcAft>
                <a:spcPts val="300"/>
              </a:spcAft>
            </a:pPr>
            <a:r>
              <a:rPr sz="1400"/>
              <a:t>•  Thao túng chuỗi cung ứng: Sử dụng sự phụ thuộc kinh tế để đạt được mục tiêu chính trị.</a:t>
            </a:r>
          </a:p>
        </p:txBody>
      </p:sp>
      <p:pic>
        <p:nvPicPr>
          <p:cNvPr id="4" name="Picture 3" descr="f6b4b5a98cae838f713fc1d88e3dfccc.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comb dir="vert"/>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Các Yếu tố Thúc đẩy Xung đột Tiềm ẩn</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Ngoài các nguyên nhân chính trị, nhiều yếu tố môi trường và xã hội cũng góp phần vào nguy cơ xung đột.</a:t>
            </a:r>
          </a:p>
          <a:p>
            <a:pPr>
              <a:spcBef>
                <a:spcPts val="300"/>
              </a:spcBef>
              <a:spcAft>
                <a:spcPts val="300"/>
              </a:spcAft>
            </a:pPr>
            <a:r>
              <a:rPr sz="1400"/>
              <a:t>•  Biến đổi khí hậu: Gây ra hạn hán, lũ lụt, thiếu lương thực và tài nguyên, dẫn đến di cư và cạnh tranh.</a:t>
            </a:r>
          </a:p>
          <a:p>
            <a:pPr>
              <a:spcBef>
                <a:spcPts val="300"/>
              </a:spcBef>
              <a:spcAft>
                <a:spcPts val="300"/>
              </a:spcAft>
            </a:pPr>
            <a:r>
              <a:rPr sz="1400"/>
              <a:t>•  Khan hiếm tài nguyên: Đặc biệt là nước và đất đai, có thể là nguyên nhân gây xung đột trong tương lai.</a:t>
            </a:r>
          </a:p>
          <a:p>
            <a:pPr>
              <a:spcBef>
                <a:spcPts val="300"/>
              </a:spcBef>
              <a:spcAft>
                <a:spcPts val="300"/>
              </a:spcAft>
            </a:pPr>
            <a:r>
              <a:rPr sz="1400"/>
              <a:t>•  Thay đổi nhân khẩu học: Gia tăng dân số, đô thị hóa nhanh chóng và bất bình đẳng tạo áp lực xã hội.</a:t>
            </a:r>
          </a:p>
          <a:p>
            <a:pPr>
              <a:spcBef>
                <a:spcPts val="300"/>
              </a:spcBef>
              <a:spcAft>
                <a:spcPts val="300"/>
              </a:spcAft>
            </a:pPr>
            <a:r>
              <a:rPr sz="1400"/>
              <a:t>•  Bất ổn nội bộ: Tham nhũng, quản trị yếu kém, phân hóa xã hội có thể châm ngòi cho bạo lực.</a:t>
            </a:r>
          </a:p>
        </p:txBody>
      </p:sp>
      <p:pic>
        <p:nvPicPr>
          <p:cNvPr id="4" name="Picture 3" descr="c07e50e36f21f39da96c570ac6055834.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blinds dir="ver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Cuộc Chạy đua Vũ trang Công nghệ</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Sự phát triển nhanh chóng của công nghệ đang thúc đẩy một cuộc chạy đua vũ trang mới, thay đổi bản chất chiến tranh.</a:t>
            </a:r>
          </a:p>
          <a:p>
            <a:pPr>
              <a:spcBef>
                <a:spcPts val="300"/>
              </a:spcBef>
              <a:spcAft>
                <a:spcPts val="300"/>
              </a:spcAft>
            </a:pPr>
            <a:r>
              <a:rPr sz="1400"/>
              <a:t>•  Trí tuệ nhân tạo (AI) trong quân sự: Phát triển vũ khí tự hành, hệ thống giám sát thông minh.</a:t>
            </a:r>
          </a:p>
          <a:p>
            <a:pPr>
              <a:spcBef>
                <a:spcPts val="300"/>
              </a:spcBef>
              <a:spcAft>
                <a:spcPts val="300"/>
              </a:spcAft>
            </a:pPr>
            <a:r>
              <a:rPr sz="1400"/>
              <a:t>•  Vũ khí siêu thanh: Tên lửa có khả năng bay với tốc độ cực cao, khó bị đánh chặn.</a:t>
            </a:r>
          </a:p>
          <a:p>
            <a:pPr>
              <a:spcBef>
                <a:spcPts val="300"/>
              </a:spcBef>
              <a:spcAft>
                <a:spcPts val="300"/>
              </a:spcAft>
            </a:pPr>
            <a:r>
              <a:rPr sz="1400"/>
              <a:t>•  Quân sự hóa không gian: Triển khai vệ tinh quân sự và vũ khí chống vệ tinh.</a:t>
            </a:r>
          </a:p>
          <a:p>
            <a:pPr>
              <a:spcBef>
                <a:spcPts val="300"/>
              </a:spcBef>
              <a:spcAft>
                <a:spcPts val="300"/>
              </a:spcAft>
            </a:pPr>
            <a:r>
              <a:rPr sz="1400"/>
              <a:t>•  Vũ khí sinh học và hóa học: Mối đe dọa tiềm tàng dù bị cấm theo luật quốc tế.</a:t>
            </a:r>
          </a:p>
        </p:txBody>
      </p:sp>
      <p:pic>
        <p:nvPicPr>
          <p:cNvPr id="4" name="Picture 3" descr="56e07c46f600301d7cca5ac8629b8c60.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circl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Khủng hoảng Nhân đạo và Dòng Người Tị nạn</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Hậu quả trực tiếp và đau lòng nhất của các cuộc xung đột là khủng hoảng nhân đạo và làn sóng người tị nạn.</a:t>
            </a:r>
          </a:p>
          <a:p>
            <a:pPr>
              <a:spcBef>
                <a:spcPts val="300"/>
              </a:spcBef>
              <a:spcAft>
                <a:spcPts val="300"/>
              </a:spcAft>
            </a:pPr>
            <a:r>
              <a:rPr sz="1400"/>
              <a:t>•  Hàng triệu người phải rời bỏ nhà cửa, tìm kiếm sự an toàn ở các quốc gia khác.</a:t>
            </a:r>
          </a:p>
          <a:p>
            <a:pPr>
              <a:spcBef>
                <a:spcPts val="300"/>
              </a:spcBef>
              <a:spcAft>
                <a:spcPts val="300"/>
              </a:spcAft>
            </a:pPr>
            <a:r>
              <a:rPr sz="1400"/>
              <a:t>•  Nhu cầu về viện trợ nhân đạo khẩn cấp (thực phẩm, nước uống, y tế) tăng cao.</a:t>
            </a:r>
          </a:p>
          <a:p>
            <a:pPr>
              <a:spcBef>
                <a:spcPts val="300"/>
              </a:spcBef>
              <a:spcAft>
                <a:spcPts val="300"/>
              </a:spcAft>
            </a:pPr>
            <a:r>
              <a:rPr sz="1400"/>
              <a:t>•  Áp lực lớn lên các quốc gia tiếp nhận về cơ sở hạ tầng và dịch vụ xã hội.</a:t>
            </a:r>
          </a:p>
          <a:p>
            <a:pPr>
              <a:spcBef>
                <a:spcPts val="300"/>
              </a:spcBef>
              <a:spcAft>
                <a:spcPts val="300"/>
              </a:spcAft>
            </a:pPr>
            <a:r>
              <a:rPr sz="1400"/>
              <a:t>•  Mất mát về sinh mạng, chấn thương thể chất và tinh thần cho các nạn nhân chiến tranh.</a:t>
            </a:r>
          </a:p>
        </p:txBody>
      </p:sp>
      <p:pic>
        <p:nvPicPr>
          <p:cNvPr id="4" name="Picture 3" descr="b93c36ab82b135d8b2506bffaca5e7c2.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strips dir="ld"/>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Triển vọng và Thách thức đối với Hòa bình</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Dù đối mặt với nhiều thách thức, các nỗ lực nhằm duy trì hòa bình và an ninh toàn cầu vẫn tiếp tục.</a:t>
            </a:r>
          </a:p>
          <a:p>
            <a:pPr>
              <a:spcBef>
                <a:spcPts val="300"/>
              </a:spcBef>
              <a:spcAft>
                <a:spcPts val="300"/>
              </a:spcAft>
            </a:pPr>
            <a:r>
              <a:rPr sz="1400"/>
              <a:t>•  Vai trò của ngoại giao và các tổ chức quốc tế trong giải quyết xung đột.</a:t>
            </a:r>
          </a:p>
          <a:p>
            <a:pPr>
              <a:spcBef>
                <a:spcPts val="300"/>
              </a:spcBef>
              <a:spcAft>
                <a:spcPts val="300"/>
              </a:spcAft>
            </a:pPr>
            <a:r>
              <a:rPr sz="1400"/>
              <a:t>•  Nhu cầu hợp tác đa phương để đối phó với các thách thức chung.</a:t>
            </a:r>
          </a:p>
          <a:p>
            <a:pPr>
              <a:spcBef>
                <a:spcPts val="300"/>
              </a:spcBef>
              <a:spcAft>
                <a:spcPts val="300"/>
              </a:spcAft>
            </a:pPr>
            <a:r>
              <a:rPr sz="1400"/>
              <a:t>•  Thách thức từ chủ nghĩa bảo thủ và các lợi ích quốc gia đối lập.</a:t>
            </a:r>
          </a:p>
          <a:p>
            <a:pPr>
              <a:spcBef>
                <a:spcPts val="300"/>
              </a:spcBef>
              <a:spcAft>
                <a:spcPts val="300"/>
              </a:spcAft>
            </a:pPr>
            <a:r>
              <a:rPr sz="1400"/>
              <a:t>•  Khuyến khích đối thoại, xây dựng lòng tin và giải quyết tranh chấp bằng biện pháp hòa bình là chìa khóa.</a:t>
            </a:r>
          </a:p>
        </p:txBody>
      </p:sp>
      <p:pic>
        <p:nvPicPr>
          <p:cNvPr id="4" name="Picture 3" descr="7b96be947c015e40736cab0cca80c02e.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newsflash/>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TextBox 4"/>
          <p:cNvSpPr txBox="1"/>
          <p:nvPr/>
        </p:nvSpPr>
        <p:spPr>
          <a:xfrm>
            <a:off x="914400" y="2286000"/>
            <a:ext cx="10363200" cy="1828800"/>
          </a:xfrm>
          <a:prstGeom prst="rect">
            <a:avLst/>
          </a:prstGeom>
          <a:noFill/>
        </p:spPr>
        <p:txBody>
          <a:bodyPr wrap="square">
            <a:normAutofit/>
          </a:bodyPr>
          <a:lstStyle/>
          <a:p>
            <a:pPr algn="ctr"/>
            <a:r>
              <a:rPr sz="3600" b="1"/>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2026-03-20T10:28:25Z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