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8"/>
    <p:sldId id="257" r:id="rId9"/>
    <p:sldId id="258" r:id="rId7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presProps" Target="presProp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86C09-ECD7-4FC4-9CEC-0BD3BD2900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F0738-D05C-4326-99B0-9A7022789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8C5E2-D3E6-4F40-941D-70F95ECB6C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270D0-E219-4AEC-B30A-C832C0A6F9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27D79D-301F-4F23-A015-19B1AFBDB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E828F-DDC2-4761-9948-4905692D80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16686-8CAF-45E9-A16D-F939D1220D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14A7E-002B-458A-ACD1-33A0818D47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614F36-60CD-4C33-88CA-DA2C685A1E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608B6-FA4C-4FC5-B59A-6B7A247310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315A7-43CF-4EC9-B4C5-437E3BAD00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8B9A52-5EE3-4D16-8F5A-BF8EDCAC73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0FEA5B2-E987-4A3A-BD8A-E30A4D45119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7688D46-99CA-4903-BED9-4BDF41A4E04A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A022599-54CA-4605-8E64-4FBA1412CB9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5A6A4C-0BB1-4216-A9DE-4C8AFE8A1E5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AF5A191-125C-48DA-BE73-7BAF48825B1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1BB53BD-2AFB-47E4-AA59-78A8C072C25D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2567B74-FC49-4FF2-B085-3E317D272B8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45A9D9A-4737-4EF4-B63E-516E4D0B2E0D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9FE2F2A-C6E2-452A-A372-5EDDE3D0854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05BC1B7-D917-4F2B-8ABB-5134F735848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546FA46-60E7-47A0-B155-E9F38BEC32C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0D0B9D3-B398-4337-841F-C457FC5C08B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C2AB01-97C5-4C6E-B0FE-95E374D19DC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1C28CF-249B-4C91-B51D-849B07FAC79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061CD5-2C8A-42BA-B19B-642B152DC630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063555-6B60-424C-A895-5DE7F75253E2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BF9FFA-F614-49D9-969E-6BD38D295929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B8E95-50A3-454A-AFC1-0DE4485E0B1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C3C0D4-C477-4F6B-8922-427A40E7E1B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B6A685-027D-4B69-81E2-9817A9A6101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720CA1-53DD-4FB9-8491-7F3233F2688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6C932F-623A-4EF1-84BF-BAB45F7E4B88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2404A0-7A4C-47A8-A8E8-6CA3DB820E2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C14710-B15C-4800-B2C0-435E4584213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C059A-211A-4296-A33E-999559626D9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D7EF9-878C-4B04-8799-F6981BE0B2B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2B0B99-073D-473C-A8CA-A3F71B480B85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C16D2-F33C-4D23-9211-872E77FF4F3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A8BB9A-CF38-4373-AD72-F0B1C3C837D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4BC01E-A09C-46D9-9FAF-1EE3EC60074D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C63098-2C2D-422A-9FAA-9DD96629C257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4B4DFF-9AE5-4363-895E-7BB9F859800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A68BF6-10B8-47D8-9411-7FEDC86EB673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908EFF-F2D5-436C-93A5-3401C6CD3A82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A43C5B-CB46-4BF6-BB14-EF6589AA6A6A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990809-E61C-4CF2-B832-5150F4FC65D6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14799C9-1412-4E8F-9BB2-194B3E1BA5D2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679821-5CAF-48A3-928D-7A093BFD741C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E213CCE-66A0-408E-8DB8-481CBED26FC6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78572E2-4748-4284-A181-5E899507F8C4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8E4E203-8E7A-459A-9D8A-E56190E5445E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E4190D2-2D05-4161-9748-E3D5C4CE093D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1315B1F-A82B-49C9-923E-CFE1C939B6FC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F2842C9-1FD2-4A6E-B255-9EC66F97AF24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B1744C1-B975-44E1-815A-77B88A0095C9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C019D3C-681A-4E8F-950E-72C47FF782C2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018B2C1-FE36-4C8A-8B2F-3B2B5AA0AF71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52DA813-7CE6-4FB1-8445-09BE6F6951FA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9F3E98-6CAE-498B-8BDB-9708A8E1438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4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87AA13B-F3E6-4949-BB6F-1AD7E682FD72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42" name="Google Shape;1553;p10"/>
          <p:cNvGrpSpPr/>
          <p:nvPr/>
        </p:nvGrpSpPr>
        <p:grpSpPr>
          <a:xfrm>
            <a:off x="0" y="1816920"/>
            <a:ext cx="1107360" cy="2463120"/>
            <a:chOff x="0" y="1816920"/>
            <a:chExt cx="1107360" cy="2463120"/>
          </a:xfrm>
        </p:grpSpPr>
        <p:sp>
          <p:nvSpPr>
            <p:cNvPr id="43" name="Google Shape;1554;p10"/>
            <p:cNvSpPr/>
            <p:nvPr/>
          </p:nvSpPr>
          <p:spPr>
            <a:xfrm>
              <a:off x="0" y="2028960"/>
              <a:ext cx="931320" cy="2050200"/>
            </a:xfrm>
            <a:custGeom>
              <a:avLst/>
              <a:gdLst/>
              <a:ahLst/>
              <a:rect l="l" t="t" r="r" b="b"/>
              <a:pathLst>
                <a:path w="14040" h="30908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1555;p10"/>
            <p:cNvSpPr/>
            <p:nvPr/>
          </p:nvSpPr>
          <p:spPr>
            <a:xfrm>
              <a:off x="281520" y="2013120"/>
              <a:ext cx="26280" cy="30960"/>
            </a:xfrm>
            <a:custGeom>
              <a:avLst/>
              <a:gdLst/>
              <a:ahLst/>
              <a:rect l="l" t="t" r="r" b="b"/>
              <a:pathLst>
                <a:path w="405" h="473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Google Shape;1556;p10"/>
            <p:cNvSpPr/>
            <p:nvPr/>
          </p:nvSpPr>
          <p:spPr>
            <a:xfrm>
              <a:off x="0" y="1816920"/>
              <a:ext cx="1107360" cy="2463120"/>
            </a:xfrm>
            <a:custGeom>
              <a:avLst/>
              <a:gdLst/>
              <a:ahLst/>
              <a:rect l="l" t="t" r="r" b="b"/>
              <a:pathLst>
                <a:path w="16700" h="37137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" name="Google Shape;1557;p10"/>
          <p:cNvSpPr/>
          <p:nvPr/>
        </p:nvSpPr>
        <p:spPr>
          <a:xfrm>
            <a:off x="10093320" y="249840"/>
            <a:ext cx="1107360" cy="1130040"/>
          </a:xfrm>
          <a:custGeom>
            <a:avLst/>
            <a:gdLst/>
            <a:ahLst/>
            <a:rect l="l" t="t" r="r" b="b"/>
            <a:pathLst>
              <a:path w="16700" h="17037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" name="Google Shape;1558;p10"/>
          <p:cNvGrpSpPr/>
          <p:nvPr/>
        </p:nvGrpSpPr>
        <p:grpSpPr>
          <a:xfrm>
            <a:off x="1853640" y="0"/>
            <a:ext cx="2136960" cy="540000"/>
            <a:chOff x="1853640" y="0"/>
            <a:chExt cx="2136960" cy="540000"/>
          </a:xfrm>
        </p:grpSpPr>
        <p:sp>
          <p:nvSpPr>
            <p:cNvPr id="48" name="Google Shape;1559;p10"/>
            <p:cNvSpPr/>
            <p:nvPr/>
          </p:nvSpPr>
          <p:spPr>
            <a:xfrm>
              <a:off x="1916640" y="87120"/>
              <a:ext cx="515520" cy="419400"/>
            </a:xfrm>
            <a:custGeom>
              <a:avLst/>
              <a:gdLst/>
              <a:ahLst/>
              <a:rect l="l" t="t" r="r" b="b"/>
              <a:pathLst>
                <a:path w="7779" h="633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1560;p10"/>
            <p:cNvSpPr/>
            <p:nvPr/>
          </p:nvSpPr>
          <p:spPr>
            <a:xfrm>
              <a:off x="1853640" y="0"/>
              <a:ext cx="1272960" cy="540000"/>
            </a:xfrm>
            <a:custGeom>
              <a:avLst/>
              <a:gdLst/>
              <a:ahLst/>
              <a:rect l="l" t="t" r="r" b="b"/>
              <a:pathLst>
                <a:path w="19191" h="8148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Google Shape;1561;p10"/>
            <p:cNvSpPr/>
            <p:nvPr/>
          </p:nvSpPr>
          <p:spPr>
            <a:xfrm>
              <a:off x="2539440" y="0"/>
              <a:ext cx="526680" cy="361440"/>
            </a:xfrm>
            <a:custGeom>
              <a:avLst/>
              <a:gdLst/>
              <a:ahLst/>
              <a:rect l="l" t="t" r="r" b="b"/>
              <a:pathLst>
                <a:path w="7946" h="5455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Google Shape;1562;p10"/>
            <p:cNvSpPr/>
            <p:nvPr/>
          </p:nvSpPr>
          <p:spPr>
            <a:xfrm>
              <a:off x="3470760" y="208080"/>
              <a:ext cx="519840" cy="229320"/>
            </a:xfrm>
            <a:custGeom>
              <a:avLst/>
              <a:gdLst/>
              <a:ahLst/>
              <a:rect l="l" t="t" r="r" b="b"/>
              <a:pathLst>
                <a:path w="7846" h="3468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Google Shape;1563;p10"/>
            <p:cNvSpPr/>
            <p:nvPr/>
          </p:nvSpPr>
          <p:spPr>
            <a:xfrm>
              <a:off x="3520080" y="272880"/>
              <a:ext cx="37440" cy="17280"/>
            </a:xfrm>
            <a:custGeom>
              <a:avLst/>
              <a:gdLst/>
              <a:ahLst/>
              <a:rect l="l" t="t" r="r" b="b"/>
              <a:pathLst>
                <a:path w="573" h="27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Google Shape;1564;p10"/>
            <p:cNvSpPr/>
            <p:nvPr/>
          </p:nvSpPr>
          <p:spPr>
            <a:xfrm>
              <a:off x="3893040" y="270360"/>
              <a:ext cx="19800" cy="102240"/>
            </a:xfrm>
            <a:custGeom>
              <a:avLst/>
              <a:gdLst/>
              <a:ahLst/>
              <a:rect l="l" t="t" r="r" b="b"/>
              <a:pathLst>
                <a:path w="304" h="155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Google Shape;1565;p10"/>
            <p:cNvSpPr/>
            <p:nvPr/>
          </p:nvSpPr>
          <p:spPr>
            <a:xfrm>
              <a:off x="3864240" y="290520"/>
              <a:ext cx="15480" cy="55800"/>
            </a:xfrm>
            <a:custGeom>
              <a:avLst/>
              <a:gdLst/>
              <a:ahLst/>
              <a:rect l="l" t="t" r="r" b="b"/>
              <a:pathLst>
                <a:path w="236" h="843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" name="Google Shape;1566;p10"/>
            <p:cNvSpPr/>
            <p:nvPr/>
          </p:nvSpPr>
          <p:spPr>
            <a:xfrm>
              <a:off x="3236400" y="123120"/>
              <a:ext cx="231840" cy="200520"/>
            </a:xfrm>
            <a:custGeom>
              <a:avLst/>
              <a:gdLst/>
              <a:ahLst/>
              <a:rect l="l" t="t" r="r" b="b"/>
              <a:pathLst>
                <a:path w="3503" h="3031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Google Shape;1567;p10"/>
            <p:cNvSpPr/>
            <p:nvPr/>
          </p:nvSpPr>
          <p:spPr>
            <a:xfrm>
              <a:off x="3517920" y="303840"/>
              <a:ext cx="37440" cy="19800"/>
            </a:xfrm>
            <a:custGeom>
              <a:avLst/>
              <a:gdLst/>
              <a:ahLst/>
              <a:rect l="l" t="t" r="r" b="b"/>
              <a:pathLst>
                <a:path w="574" h="304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" name="Google Shape;1568;p10"/>
          <p:cNvGrpSpPr/>
          <p:nvPr/>
        </p:nvGrpSpPr>
        <p:grpSpPr>
          <a:xfrm>
            <a:off x="10580760" y="2232000"/>
            <a:ext cx="1610640" cy="1927080"/>
            <a:chOff x="10580760" y="2232000"/>
            <a:chExt cx="1610640" cy="1927080"/>
          </a:xfrm>
        </p:grpSpPr>
        <p:sp>
          <p:nvSpPr>
            <p:cNvPr id="58" name="Google Shape;1569;p10"/>
            <p:cNvSpPr/>
            <p:nvPr/>
          </p:nvSpPr>
          <p:spPr>
            <a:xfrm>
              <a:off x="12073320" y="2665440"/>
              <a:ext cx="118080" cy="48960"/>
            </a:xfrm>
            <a:custGeom>
              <a:avLst/>
              <a:gdLst/>
              <a:ahLst/>
              <a:rect l="l" t="t" r="r" b="b"/>
              <a:pathLst>
                <a:path w="1786" h="742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Google Shape;1570;p10"/>
            <p:cNvSpPr/>
            <p:nvPr/>
          </p:nvSpPr>
          <p:spPr>
            <a:xfrm>
              <a:off x="12010320" y="2500560"/>
              <a:ext cx="180360" cy="64080"/>
            </a:xfrm>
            <a:custGeom>
              <a:avLst/>
              <a:gdLst/>
              <a:ahLst/>
              <a:rect l="l" t="t" r="r" b="b"/>
              <a:pathLst>
                <a:path w="2728" h="977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Google Shape;1571;p10"/>
            <p:cNvSpPr/>
            <p:nvPr/>
          </p:nvSpPr>
          <p:spPr>
            <a:xfrm>
              <a:off x="12037320" y="2554200"/>
              <a:ext cx="153360" cy="57600"/>
            </a:xfrm>
            <a:custGeom>
              <a:avLst/>
              <a:gdLst/>
              <a:ahLst/>
              <a:rect l="l" t="t" r="r" b="b"/>
              <a:pathLst>
                <a:path w="2324" h="876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Google Shape;1572;p10"/>
            <p:cNvSpPr/>
            <p:nvPr/>
          </p:nvSpPr>
          <p:spPr>
            <a:xfrm>
              <a:off x="12099600" y="2768400"/>
              <a:ext cx="91080" cy="41760"/>
            </a:xfrm>
            <a:custGeom>
              <a:avLst/>
              <a:gdLst/>
              <a:ahLst/>
              <a:rect l="l" t="t" r="r" b="b"/>
              <a:pathLst>
                <a:path w="1382" h="64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Google Shape;1573;p10"/>
            <p:cNvSpPr/>
            <p:nvPr/>
          </p:nvSpPr>
          <p:spPr>
            <a:xfrm>
              <a:off x="12010320" y="2435760"/>
              <a:ext cx="180360" cy="66600"/>
            </a:xfrm>
            <a:custGeom>
              <a:avLst/>
              <a:gdLst/>
              <a:ahLst/>
              <a:rect l="l" t="t" r="r" b="b"/>
              <a:pathLst>
                <a:path w="2728" h="1011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" name="Google Shape;1574;p10"/>
            <p:cNvSpPr/>
            <p:nvPr/>
          </p:nvSpPr>
          <p:spPr>
            <a:xfrm>
              <a:off x="12077640" y="2719440"/>
              <a:ext cx="113040" cy="50760"/>
            </a:xfrm>
            <a:custGeom>
              <a:avLst/>
              <a:gdLst/>
              <a:ahLst/>
              <a:rect l="l" t="t" r="r" b="b"/>
              <a:pathLst>
                <a:path w="1718" h="775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Google Shape;1575;p10"/>
            <p:cNvSpPr/>
            <p:nvPr/>
          </p:nvSpPr>
          <p:spPr>
            <a:xfrm>
              <a:off x="11034360" y="2683440"/>
              <a:ext cx="428760" cy="146880"/>
            </a:xfrm>
            <a:custGeom>
              <a:avLst/>
              <a:gdLst/>
              <a:ahLst/>
              <a:rect l="l" t="t" r="r" b="b"/>
              <a:pathLst>
                <a:path w="6465" h="2223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Google Shape;1576;p10"/>
            <p:cNvSpPr/>
            <p:nvPr/>
          </p:nvSpPr>
          <p:spPr>
            <a:xfrm>
              <a:off x="11206440" y="3132720"/>
              <a:ext cx="631440" cy="180360"/>
            </a:xfrm>
            <a:custGeom>
              <a:avLst/>
              <a:gdLst/>
              <a:ahLst/>
              <a:rect l="l" t="t" r="r" b="b"/>
              <a:pathLst>
                <a:path w="9529" h="2728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Google Shape;1577;p10"/>
            <p:cNvSpPr/>
            <p:nvPr/>
          </p:nvSpPr>
          <p:spPr>
            <a:xfrm>
              <a:off x="10629720" y="2924640"/>
              <a:ext cx="314640" cy="290160"/>
            </a:xfrm>
            <a:custGeom>
              <a:avLst/>
              <a:gdLst/>
              <a:ahLst/>
              <a:rect l="l" t="t" r="r" b="b"/>
              <a:pathLst>
                <a:path w="4748" h="4377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Google Shape;1578;p10"/>
            <p:cNvSpPr/>
            <p:nvPr/>
          </p:nvSpPr>
          <p:spPr>
            <a:xfrm>
              <a:off x="12108600" y="2815200"/>
              <a:ext cx="82080" cy="39960"/>
            </a:xfrm>
            <a:custGeom>
              <a:avLst/>
              <a:gdLst/>
              <a:ahLst/>
              <a:rect l="l" t="t" r="r" b="b"/>
              <a:pathLst>
                <a:path w="1247" h="607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Google Shape;1579;p10"/>
            <p:cNvSpPr/>
            <p:nvPr/>
          </p:nvSpPr>
          <p:spPr>
            <a:xfrm>
              <a:off x="10580760" y="2232000"/>
              <a:ext cx="1609920" cy="1927080"/>
            </a:xfrm>
            <a:custGeom>
              <a:avLst/>
              <a:gdLst/>
              <a:ahLst/>
              <a:rect l="l" t="t" r="r" b="b"/>
              <a:pathLst>
                <a:path w="24276" h="29057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Google Shape;1580;p10"/>
            <p:cNvSpPr/>
            <p:nvPr/>
          </p:nvSpPr>
          <p:spPr>
            <a:xfrm>
              <a:off x="12139920" y="2991960"/>
              <a:ext cx="50760" cy="21960"/>
            </a:xfrm>
            <a:custGeom>
              <a:avLst/>
              <a:gdLst/>
              <a:ahLst/>
              <a:rect l="l" t="t" r="r" b="b"/>
              <a:pathLst>
                <a:path w="776" h="337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Google Shape;1581;p10"/>
            <p:cNvSpPr/>
            <p:nvPr/>
          </p:nvSpPr>
          <p:spPr>
            <a:xfrm>
              <a:off x="12122280" y="2866680"/>
              <a:ext cx="68400" cy="37440"/>
            </a:xfrm>
            <a:custGeom>
              <a:avLst/>
              <a:gdLst/>
              <a:ahLst/>
              <a:rect l="l" t="t" r="r" b="b"/>
              <a:pathLst>
                <a:path w="1045" h="573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Google Shape;1582;p10"/>
            <p:cNvSpPr/>
            <p:nvPr/>
          </p:nvSpPr>
          <p:spPr>
            <a:xfrm>
              <a:off x="12164400" y="3040920"/>
              <a:ext cx="26280" cy="21960"/>
            </a:xfrm>
            <a:custGeom>
              <a:avLst/>
              <a:gdLst/>
              <a:ahLst/>
              <a:rect l="l" t="t" r="r" b="b"/>
              <a:pathLst>
                <a:path w="405" h="338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" name="Google Shape;1583;p10"/>
          <p:cNvGrpSpPr/>
          <p:nvPr/>
        </p:nvGrpSpPr>
        <p:grpSpPr>
          <a:xfrm>
            <a:off x="10808640" y="4677120"/>
            <a:ext cx="1382400" cy="1967400"/>
            <a:chOff x="10808640" y="4677120"/>
            <a:chExt cx="1382400" cy="1967400"/>
          </a:xfrm>
        </p:grpSpPr>
        <p:sp>
          <p:nvSpPr>
            <p:cNvPr id="73" name="Google Shape;1584;p10"/>
            <p:cNvSpPr/>
            <p:nvPr/>
          </p:nvSpPr>
          <p:spPr>
            <a:xfrm>
              <a:off x="10808640" y="4677120"/>
              <a:ext cx="1382400" cy="1967400"/>
            </a:xfrm>
            <a:custGeom>
              <a:avLst/>
              <a:gdLst/>
              <a:ahLst/>
              <a:rect l="l" t="t" r="r" b="b"/>
              <a:pathLst>
                <a:path w="20842" h="29663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Google Shape;1585;p10"/>
            <p:cNvSpPr/>
            <p:nvPr/>
          </p:nvSpPr>
          <p:spPr>
            <a:xfrm>
              <a:off x="12173400" y="5215320"/>
              <a:ext cx="17280" cy="37440"/>
            </a:xfrm>
            <a:custGeom>
              <a:avLst/>
              <a:gdLst/>
              <a:ahLst/>
              <a:rect l="l" t="t" r="r" b="b"/>
              <a:pathLst>
                <a:path w="271" h="574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Google Shape;1586;p10"/>
            <p:cNvSpPr/>
            <p:nvPr/>
          </p:nvSpPr>
          <p:spPr>
            <a:xfrm>
              <a:off x="12169080" y="5253120"/>
              <a:ext cx="21960" cy="66960"/>
            </a:xfrm>
            <a:custGeom>
              <a:avLst/>
              <a:gdLst/>
              <a:ahLst/>
              <a:rect l="l" t="t" r="r" b="b"/>
              <a:pathLst>
                <a:path w="338" h="1011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" name="Google Shape;1587;p10"/>
          <p:cNvGrpSpPr/>
          <p:nvPr/>
        </p:nvGrpSpPr>
        <p:grpSpPr>
          <a:xfrm>
            <a:off x="4616640" y="6298560"/>
            <a:ext cx="2957400" cy="563040"/>
            <a:chOff x="4616640" y="6298560"/>
            <a:chExt cx="2957400" cy="563040"/>
          </a:xfrm>
        </p:grpSpPr>
        <p:sp>
          <p:nvSpPr>
            <p:cNvPr id="77" name="Google Shape;1588;p10"/>
            <p:cNvSpPr/>
            <p:nvPr/>
          </p:nvSpPr>
          <p:spPr>
            <a:xfrm>
              <a:off x="7000560" y="6589080"/>
              <a:ext cx="164520" cy="176040"/>
            </a:xfrm>
            <a:custGeom>
              <a:avLst/>
              <a:gdLst/>
              <a:ahLst/>
              <a:rect l="l" t="t" r="r" b="b"/>
              <a:pathLst>
                <a:path w="2492" h="2661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Google Shape;1589;p10"/>
            <p:cNvSpPr/>
            <p:nvPr/>
          </p:nvSpPr>
          <p:spPr>
            <a:xfrm>
              <a:off x="7071840" y="6638400"/>
              <a:ext cx="44280" cy="46440"/>
            </a:xfrm>
            <a:custGeom>
              <a:avLst/>
              <a:gdLst/>
              <a:ahLst/>
              <a:rect l="l" t="t" r="r" b="b"/>
              <a:pathLst>
                <a:path w="674" h="708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Google Shape;1590;p10"/>
            <p:cNvSpPr/>
            <p:nvPr/>
          </p:nvSpPr>
          <p:spPr>
            <a:xfrm>
              <a:off x="6678360" y="6691680"/>
              <a:ext cx="35640" cy="46440"/>
            </a:xfrm>
            <a:custGeom>
              <a:avLst/>
              <a:gdLst/>
              <a:ahLst/>
              <a:rect l="l" t="t" r="r" b="b"/>
              <a:pathLst>
                <a:path w="540" h="708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Google Shape;1591;p10"/>
            <p:cNvSpPr/>
            <p:nvPr/>
          </p:nvSpPr>
          <p:spPr>
            <a:xfrm>
              <a:off x="4679280" y="6468480"/>
              <a:ext cx="178560" cy="102240"/>
            </a:xfrm>
            <a:custGeom>
              <a:avLst/>
              <a:gdLst/>
              <a:ahLst/>
              <a:rect l="l" t="t" r="r" b="b"/>
              <a:pathLst>
                <a:path w="2695" h="155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1592;p10"/>
            <p:cNvSpPr/>
            <p:nvPr/>
          </p:nvSpPr>
          <p:spPr>
            <a:xfrm>
              <a:off x="6868440" y="6667200"/>
              <a:ext cx="42120" cy="10440"/>
            </a:xfrm>
            <a:custGeom>
              <a:avLst/>
              <a:gdLst/>
              <a:ahLst/>
              <a:rect l="l" t="t" r="r" b="b"/>
              <a:pathLst>
                <a:path w="641" h="169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Google Shape;1593;p10"/>
            <p:cNvSpPr/>
            <p:nvPr/>
          </p:nvSpPr>
          <p:spPr>
            <a:xfrm>
              <a:off x="6792480" y="6586920"/>
              <a:ext cx="185040" cy="176400"/>
            </a:xfrm>
            <a:custGeom>
              <a:avLst/>
              <a:gdLst/>
              <a:ahLst/>
              <a:rect l="l" t="t" r="r" b="b"/>
              <a:pathLst>
                <a:path w="2796" h="266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Google Shape;1594;p10"/>
            <p:cNvSpPr/>
            <p:nvPr/>
          </p:nvSpPr>
          <p:spPr>
            <a:xfrm>
              <a:off x="6285240" y="6464160"/>
              <a:ext cx="178200" cy="111240"/>
            </a:xfrm>
            <a:custGeom>
              <a:avLst/>
              <a:gdLst/>
              <a:ahLst/>
              <a:rect l="l" t="t" r="r" b="b"/>
              <a:pathLst>
                <a:path w="2694" h="1684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95;p10"/>
            <p:cNvSpPr/>
            <p:nvPr/>
          </p:nvSpPr>
          <p:spPr>
            <a:xfrm>
              <a:off x="6229440" y="6589080"/>
              <a:ext cx="160560" cy="171720"/>
            </a:xfrm>
            <a:custGeom>
              <a:avLst/>
              <a:gdLst/>
              <a:ahLst/>
              <a:rect l="l" t="t" r="r" b="b"/>
              <a:pathLst>
                <a:path w="2425" h="2594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Google Shape;1596;p10"/>
            <p:cNvSpPr/>
            <p:nvPr/>
          </p:nvSpPr>
          <p:spPr>
            <a:xfrm>
              <a:off x="7100640" y="6783480"/>
              <a:ext cx="162720" cy="77760"/>
            </a:xfrm>
            <a:custGeom>
              <a:avLst/>
              <a:gdLst/>
              <a:ahLst/>
              <a:rect l="l" t="t" r="r" b="b"/>
              <a:pathLst>
                <a:path w="2458" h="118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1597;p10"/>
            <p:cNvSpPr/>
            <p:nvPr/>
          </p:nvSpPr>
          <p:spPr>
            <a:xfrm>
              <a:off x="7295040" y="6781320"/>
              <a:ext cx="171360" cy="80280"/>
            </a:xfrm>
            <a:custGeom>
              <a:avLst/>
              <a:gdLst/>
              <a:ahLst/>
              <a:rect l="l" t="t" r="r" b="b"/>
              <a:pathLst>
                <a:path w="2593" h="1213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598;p10"/>
            <p:cNvSpPr/>
            <p:nvPr/>
          </p:nvSpPr>
          <p:spPr>
            <a:xfrm>
              <a:off x="4741920" y="6720840"/>
              <a:ext cx="35640" cy="8640"/>
            </a:xfrm>
            <a:custGeom>
              <a:avLst/>
              <a:gdLst/>
              <a:ahLst/>
              <a:rect l="l" t="t" r="r" b="b"/>
              <a:pathLst>
                <a:path w="540" h="135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1599;p10"/>
            <p:cNvSpPr/>
            <p:nvPr/>
          </p:nvSpPr>
          <p:spPr>
            <a:xfrm>
              <a:off x="6611760" y="6598080"/>
              <a:ext cx="171720" cy="169560"/>
            </a:xfrm>
            <a:custGeom>
              <a:avLst/>
              <a:gdLst/>
              <a:ahLst/>
              <a:rect l="l" t="t" r="r" b="b"/>
              <a:pathLst>
                <a:path w="2594" h="256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Google Shape;1600;p10"/>
            <p:cNvSpPr/>
            <p:nvPr/>
          </p:nvSpPr>
          <p:spPr>
            <a:xfrm>
              <a:off x="4677120" y="6598080"/>
              <a:ext cx="167040" cy="167040"/>
            </a:xfrm>
            <a:custGeom>
              <a:avLst/>
              <a:gdLst/>
              <a:ahLst/>
              <a:rect l="l" t="t" r="r" b="b"/>
              <a:pathLst>
                <a:path w="2526" h="2526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1601;p10"/>
            <p:cNvSpPr/>
            <p:nvPr/>
          </p:nvSpPr>
          <p:spPr>
            <a:xfrm>
              <a:off x="6421680" y="6593760"/>
              <a:ext cx="171360" cy="171360"/>
            </a:xfrm>
            <a:custGeom>
              <a:avLst/>
              <a:gdLst/>
              <a:ahLst/>
              <a:rect l="l" t="t" r="r" b="b"/>
              <a:pathLst>
                <a:path w="2593" h="2593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1602;p10"/>
            <p:cNvSpPr/>
            <p:nvPr/>
          </p:nvSpPr>
          <p:spPr>
            <a:xfrm>
              <a:off x="6491160" y="6696360"/>
              <a:ext cx="33120" cy="42480"/>
            </a:xfrm>
            <a:custGeom>
              <a:avLst/>
              <a:gdLst/>
              <a:ahLst/>
              <a:rect l="l" t="t" r="r" b="b"/>
              <a:pathLst>
                <a:path w="506" h="641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1603;p10"/>
            <p:cNvSpPr/>
            <p:nvPr/>
          </p:nvSpPr>
          <p:spPr>
            <a:xfrm>
              <a:off x="4739760" y="6684840"/>
              <a:ext cx="33120" cy="26640"/>
            </a:xfrm>
            <a:custGeom>
              <a:avLst/>
              <a:gdLst/>
              <a:ahLst/>
              <a:rect l="l" t="t" r="r" b="b"/>
              <a:pathLst>
                <a:path w="506" h="405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1604;p10"/>
            <p:cNvSpPr/>
            <p:nvPr/>
          </p:nvSpPr>
          <p:spPr>
            <a:xfrm>
              <a:off x="6707520" y="6785640"/>
              <a:ext cx="178200" cy="75600"/>
            </a:xfrm>
            <a:custGeom>
              <a:avLst/>
              <a:gdLst/>
              <a:ahLst/>
              <a:rect l="l" t="t" r="r" b="b"/>
              <a:pathLst>
                <a:path w="2694" h="1146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Google Shape;1605;p10"/>
            <p:cNvSpPr/>
            <p:nvPr/>
          </p:nvSpPr>
          <p:spPr>
            <a:xfrm>
              <a:off x="5128560" y="6691680"/>
              <a:ext cx="37440" cy="42120"/>
            </a:xfrm>
            <a:custGeom>
              <a:avLst/>
              <a:gdLst/>
              <a:ahLst/>
              <a:rect l="l" t="t" r="r" b="b"/>
              <a:pathLst>
                <a:path w="573" h="641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Google Shape;1606;p10"/>
            <p:cNvSpPr/>
            <p:nvPr/>
          </p:nvSpPr>
          <p:spPr>
            <a:xfrm>
              <a:off x="5481360" y="6471000"/>
              <a:ext cx="176040" cy="108720"/>
            </a:xfrm>
            <a:custGeom>
              <a:avLst/>
              <a:gdLst/>
              <a:ahLst/>
              <a:rect l="l" t="t" r="r" b="b"/>
              <a:pathLst>
                <a:path w="2661" h="1651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Google Shape;1607;p10"/>
            <p:cNvSpPr/>
            <p:nvPr/>
          </p:nvSpPr>
          <p:spPr>
            <a:xfrm>
              <a:off x="6325560" y="6781320"/>
              <a:ext cx="171360" cy="80280"/>
            </a:xfrm>
            <a:custGeom>
              <a:avLst/>
              <a:gdLst/>
              <a:ahLst/>
              <a:rect l="l" t="t" r="r" b="b"/>
              <a:pathLst>
                <a:path w="2593" h="1213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Google Shape;1608;p10"/>
            <p:cNvSpPr/>
            <p:nvPr/>
          </p:nvSpPr>
          <p:spPr>
            <a:xfrm>
              <a:off x="6079680" y="6468480"/>
              <a:ext cx="182880" cy="109080"/>
            </a:xfrm>
            <a:custGeom>
              <a:avLst/>
              <a:gdLst/>
              <a:ahLst/>
              <a:rect l="l" t="t" r="r" b="b"/>
              <a:pathLst>
                <a:path w="2762" h="1651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Google Shape;1609;p10"/>
            <p:cNvSpPr/>
            <p:nvPr/>
          </p:nvSpPr>
          <p:spPr>
            <a:xfrm>
              <a:off x="4873680" y="6464160"/>
              <a:ext cx="177840" cy="111240"/>
            </a:xfrm>
            <a:custGeom>
              <a:avLst/>
              <a:gdLst/>
              <a:ahLst/>
              <a:rect l="l" t="t" r="r" b="b"/>
              <a:pathLst>
                <a:path w="2694" h="1684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Google Shape;1610;p10"/>
            <p:cNvSpPr/>
            <p:nvPr/>
          </p:nvSpPr>
          <p:spPr>
            <a:xfrm>
              <a:off x="7080480" y="6461640"/>
              <a:ext cx="185040" cy="115920"/>
            </a:xfrm>
            <a:custGeom>
              <a:avLst/>
              <a:gdLst/>
              <a:ahLst/>
              <a:rect l="l" t="t" r="r" b="b"/>
              <a:pathLst>
                <a:path w="2795" h="1752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Google Shape;1611;p10"/>
            <p:cNvSpPr/>
            <p:nvPr/>
          </p:nvSpPr>
          <p:spPr>
            <a:xfrm>
              <a:off x="6479640" y="6468480"/>
              <a:ext cx="184680" cy="106920"/>
            </a:xfrm>
            <a:custGeom>
              <a:avLst/>
              <a:gdLst/>
              <a:ahLst/>
              <a:rect l="l" t="t" r="r" b="b"/>
              <a:pathLst>
                <a:path w="2795" h="1617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Google Shape;1612;p10"/>
            <p:cNvSpPr/>
            <p:nvPr/>
          </p:nvSpPr>
          <p:spPr>
            <a:xfrm>
              <a:off x="5065920" y="6591240"/>
              <a:ext cx="171360" cy="173880"/>
            </a:xfrm>
            <a:custGeom>
              <a:avLst/>
              <a:gdLst/>
              <a:ahLst/>
              <a:rect l="l" t="t" r="r" b="b"/>
              <a:pathLst>
                <a:path w="2593" h="2627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Google Shape;1613;p10"/>
            <p:cNvSpPr/>
            <p:nvPr/>
          </p:nvSpPr>
          <p:spPr>
            <a:xfrm>
              <a:off x="5068080" y="6468480"/>
              <a:ext cx="184680" cy="106920"/>
            </a:xfrm>
            <a:custGeom>
              <a:avLst/>
              <a:gdLst/>
              <a:ahLst/>
              <a:rect l="l" t="t" r="r" b="b"/>
              <a:pathLst>
                <a:path w="2795" h="1617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Google Shape;1614;p10"/>
            <p:cNvSpPr/>
            <p:nvPr/>
          </p:nvSpPr>
          <p:spPr>
            <a:xfrm>
              <a:off x="5159520" y="6785640"/>
              <a:ext cx="158040" cy="75600"/>
            </a:xfrm>
            <a:custGeom>
              <a:avLst/>
              <a:gdLst/>
              <a:ahLst/>
              <a:rect l="l" t="t" r="r" b="b"/>
              <a:pathLst>
                <a:path w="2391" h="1146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Google Shape;1615;p10"/>
            <p:cNvSpPr/>
            <p:nvPr/>
          </p:nvSpPr>
          <p:spPr>
            <a:xfrm>
              <a:off x="6517440" y="6781320"/>
              <a:ext cx="162720" cy="80280"/>
            </a:xfrm>
            <a:custGeom>
              <a:avLst/>
              <a:gdLst/>
              <a:ahLst/>
              <a:rect l="l" t="t" r="r" b="b"/>
              <a:pathLst>
                <a:path w="2459" h="1213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Google Shape;1616;p10"/>
            <p:cNvSpPr/>
            <p:nvPr/>
          </p:nvSpPr>
          <p:spPr>
            <a:xfrm>
              <a:off x="5271480" y="6464160"/>
              <a:ext cx="180360" cy="111240"/>
            </a:xfrm>
            <a:custGeom>
              <a:avLst/>
              <a:gdLst/>
              <a:ahLst/>
              <a:rect l="l" t="t" r="r" b="b"/>
              <a:pathLst>
                <a:path w="2729" h="1684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Google Shape;1617;p10"/>
            <p:cNvSpPr/>
            <p:nvPr/>
          </p:nvSpPr>
          <p:spPr>
            <a:xfrm>
              <a:off x="6683040" y="6464160"/>
              <a:ext cx="180720" cy="11124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Google Shape;1618;p10"/>
            <p:cNvSpPr/>
            <p:nvPr/>
          </p:nvSpPr>
          <p:spPr>
            <a:xfrm>
              <a:off x="7373520" y="6707520"/>
              <a:ext cx="64080" cy="30600"/>
            </a:xfrm>
            <a:custGeom>
              <a:avLst/>
              <a:gdLst/>
              <a:ahLst/>
              <a:rect l="l" t="t" r="r" b="b"/>
              <a:pathLst>
                <a:path w="977" h="472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Google Shape;1619;p10"/>
            <p:cNvSpPr/>
            <p:nvPr/>
          </p:nvSpPr>
          <p:spPr>
            <a:xfrm>
              <a:off x="7286040" y="6465960"/>
              <a:ext cx="180360" cy="11160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Google Shape;1620;p10"/>
            <p:cNvSpPr/>
            <p:nvPr/>
          </p:nvSpPr>
          <p:spPr>
            <a:xfrm>
              <a:off x="7189920" y="6593760"/>
              <a:ext cx="274680" cy="171360"/>
            </a:xfrm>
            <a:custGeom>
              <a:avLst/>
              <a:gdLst/>
              <a:ahLst/>
              <a:rect l="l" t="t" r="r" b="b"/>
              <a:pathLst>
                <a:path w="4142" h="2593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Google Shape;1621;p10"/>
            <p:cNvSpPr/>
            <p:nvPr/>
          </p:nvSpPr>
          <p:spPr>
            <a:xfrm>
              <a:off x="4944960" y="6687360"/>
              <a:ext cx="24120" cy="46440"/>
            </a:xfrm>
            <a:custGeom>
              <a:avLst/>
              <a:gdLst/>
              <a:ahLst/>
              <a:rect l="l" t="t" r="r" b="b"/>
              <a:pathLst>
                <a:path w="371" h="708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Google Shape;1622;p10"/>
            <p:cNvSpPr/>
            <p:nvPr/>
          </p:nvSpPr>
          <p:spPr>
            <a:xfrm>
              <a:off x="6892920" y="6471000"/>
              <a:ext cx="176040" cy="108720"/>
            </a:xfrm>
            <a:custGeom>
              <a:avLst/>
              <a:gdLst/>
              <a:ahLst/>
              <a:rect l="l" t="t" r="r" b="b"/>
              <a:pathLst>
                <a:path w="2661" h="1651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Google Shape;1623;p10"/>
            <p:cNvSpPr/>
            <p:nvPr/>
          </p:nvSpPr>
          <p:spPr>
            <a:xfrm>
              <a:off x="4962960" y="6787800"/>
              <a:ext cx="171720" cy="73440"/>
            </a:xfrm>
            <a:custGeom>
              <a:avLst/>
              <a:gdLst/>
              <a:ahLst/>
              <a:rect l="l" t="t" r="r" b="b"/>
              <a:pathLst>
                <a:path w="2594" h="1112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Google Shape;1624;p10"/>
            <p:cNvSpPr/>
            <p:nvPr/>
          </p:nvSpPr>
          <p:spPr>
            <a:xfrm>
              <a:off x="4866840" y="6595560"/>
              <a:ext cx="164520" cy="172080"/>
            </a:xfrm>
            <a:custGeom>
              <a:avLst/>
              <a:gdLst/>
              <a:ahLst/>
              <a:rect l="l" t="t" r="r" b="b"/>
              <a:pathLst>
                <a:path w="2492" h="2594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Google Shape;1625;p10"/>
            <p:cNvSpPr/>
            <p:nvPr/>
          </p:nvSpPr>
          <p:spPr>
            <a:xfrm>
              <a:off x="6126840" y="6785640"/>
              <a:ext cx="165240" cy="75600"/>
            </a:xfrm>
            <a:custGeom>
              <a:avLst/>
              <a:gdLst/>
              <a:ahLst/>
              <a:rect l="l" t="t" r="r" b="b"/>
              <a:pathLst>
                <a:path w="2493" h="1146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Google Shape;1626;p10"/>
            <p:cNvSpPr/>
            <p:nvPr/>
          </p:nvSpPr>
          <p:spPr>
            <a:xfrm>
              <a:off x="4670640" y="6779160"/>
              <a:ext cx="280800" cy="82080"/>
            </a:xfrm>
            <a:custGeom>
              <a:avLst/>
              <a:gdLst/>
              <a:ahLst/>
              <a:rect l="l" t="t" r="r" b="b"/>
              <a:pathLst>
                <a:path w="4243" h="1247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Google Shape;1627;p10"/>
            <p:cNvSpPr/>
            <p:nvPr/>
          </p:nvSpPr>
          <p:spPr>
            <a:xfrm>
              <a:off x="6292080" y="6698520"/>
              <a:ext cx="30600" cy="35280"/>
            </a:xfrm>
            <a:custGeom>
              <a:avLst/>
              <a:gdLst/>
              <a:ahLst/>
              <a:rect l="l" t="t" r="r" b="b"/>
              <a:pathLst>
                <a:path w="472" h="54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Google Shape;1628;p10"/>
            <p:cNvSpPr/>
            <p:nvPr/>
          </p:nvSpPr>
          <p:spPr>
            <a:xfrm>
              <a:off x="5928120" y="6785640"/>
              <a:ext cx="164520" cy="75600"/>
            </a:xfrm>
            <a:custGeom>
              <a:avLst/>
              <a:gdLst/>
              <a:ahLst/>
              <a:rect l="l" t="t" r="r" b="b"/>
              <a:pathLst>
                <a:path w="2492" h="1146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Google Shape;1629;p10"/>
            <p:cNvSpPr/>
            <p:nvPr/>
          </p:nvSpPr>
          <p:spPr>
            <a:xfrm>
              <a:off x="6102360" y="6696360"/>
              <a:ext cx="24120" cy="39960"/>
            </a:xfrm>
            <a:custGeom>
              <a:avLst/>
              <a:gdLst/>
              <a:ahLst/>
              <a:rect l="l" t="t" r="r" b="b"/>
              <a:pathLst>
                <a:path w="371" h="607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Google Shape;1630;p10"/>
            <p:cNvSpPr/>
            <p:nvPr/>
          </p:nvSpPr>
          <p:spPr>
            <a:xfrm>
              <a:off x="5331600" y="6694200"/>
              <a:ext cx="33120" cy="41760"/>
            </a:xfrm>
            <a:custGeom>
              <a:avLst/>
              <a:gdLst/>
              <a:ahLst/>
              <a:rect l="l" t="t" r="r" b="b"/>
              <a:pathLst>
                <a:path w="506" h="64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Google Shape;1631;p10"/>
            <p:cNvSpPr/>
            <p:nvPr/>
          </p:nvSpPr>
          <p:spPr>
            <a:xfrm>
              <a:off x="5258160" y="6591240"/>
              <a:ext cx="162720" cy="169560"/>
            </a:xfrm>
            <a:custGeom>
              <a:avLst/>
              <a:gdLst/>
              <a:ahLst/>
              <a:rect l="l" t="t" r="r" b="b"/>
              <a:pathLst>
                <a:path w="2459" h="256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Google Shape;1632;p10"/>
            <p:cNvSpPr/>
            <p:nvPr/>
          </p:nvSpPr>
          <p:spPr>
            <a:xfrm>
              <a:off x="5445720" y="6595560"/>
              <a:ext cx="180360" cy="169560"/>
            </a:xfrm>
            <a:custGeom>
              <a:avLst/>
              <a:gdLst/>
              <a:ahLst/>
              <a:rect l="l" t="t" r="r" b="b"/>
              <a:pathLst>
                <a:path w="2728" h="256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1633;p10"/>
            <p:cNvSpPr/>
            <p:nvPr/>
          </p:nvSpPr>
          <p:spPr>
            <a:xfrm>
              <a:off x="5519160" y="6698520"/>
              <a:ext cx="37440" cy="42120"/>
            </a:xfrm>
            <a:custGeom>
              <a:avLst/>
              <a:gdLst/>
              <a:ahLst/>
              <a:rect l="l" t="t" r="r" b="b"/>
              <a:pathLst>
                <a:path w="573" h="641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Google Shape;1634;p10"/>
            <p:cNvSpPr/>
            <p:nvPr/>
          </p:nvSpPr>
          <p:spPr>
            <a:xfrm>
              <a:off x="5731200" y="6799320"/>
              <a:ext cx="10800" cy="61920"/>
            </a:xfrm>
            <a:custGeom>
              <a:avLst/>
              <a:gdLst/>
              <a:ahLst/>
              <a:rect l="l" t="t" r="r" b="b"/>
              <a:pathLst>
                <a:path w="169" h="944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Google Shape;1635;p10"/>
            <p:cNvSpPr/>
            <p:nvPr/>
          </p:nvSpPr>
          <p:spPr>
            <a:xfrm>
              <a:off x="5349600" y="6789960"/>
              <a:ext cx="171360" cy="71280"/>
            </a:xfrm>
            <a:custGeom>
              <a:avLst/>
              <a:gdLst/>
              <a:ahLst/>
              <a:rect l="l" t="t" r="r" b="b"/>
              <a:pathLst>
                <a:path w="2593" h="1079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Google Shape;1636;p10"/>
            <p:cNvSpPr/>
            <p:nvPr/>
          </p:nvSpPr>
          <p:spPr>
            <a:xfrm>
              <a:off x="5641920" y="6591240"/>
              <a:ext cx="167040" cy="180720"/>
            </a:xfrm>
            <a:custGeom>
              <a:avLst/>
              <a:gdLst/>
              <a:ahLst/>
              <a:rect l="l" t="t" r="r" b="b"/>
              <a:pathLst>
                <a:path w="2526" h="2728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Google Shape;1637;p10"/>
            <p:cNvSpPr/>
            <p:nvPr/>
          </p:nvSpPr>
          <p:spPr>
            <a:xfrm>
              <a:off x="5903640" y="669636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Google Shape;1638;p10"/>
            <p:cNvSpPr/>
            <p:nvPr/>
          </p:nvSpPr>
          <p:spPr>
            <a:xfrm>
              <a:off x="5874480" y="6465960"/>
              <a:ext cx="180360" cy="11160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Google Shape;1639;p10"/>
            <p:cNvSpPr/>
            <p:nvPr/>
          </p:nvSpPr>
          <p:spPr>
            <a:xfrm>
              <a:off x="5720400" y="6783480"/>
              <a:ext cx="182880" cy="77760"/>
            </a:xfrm>
            <a:custGeom>
              <a:avLst/>
              <a:gdLst/>
              <a:ahLst/>
              <a:rect l="l" t="t" r="r" b="b"/>
              <a:pathLst>
                <a:path w="2762" h="118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Google Shape;1640;p10"/>
            <p:cNvSpPr/>
            <p:nvPr/>
          </p:nvSpPr>
          <p:spPr>
            <a:xfrm>
              <a:off x="6033240" y="6591240"/>
              <a:ext cx="173880" cy="176400"/>
            </a:xfrm>
            <a:custGeom>
              <a:avLst/>
              <a:gdLst/>
              <a:ahLst/>
              <a:rect l="l" t="t" r="r" b="b"/>
              <a:pathLst>
                <a:path w="2627" h="2661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Google Shape;1641;p10"/>
            <p:cNvSpPr/>
            <p:nvPr/>
          </p:nvSpPr>
          <p:spPr>
            <a:xfrm>
              <a:off x="5716080" y="6703200"/>
              <a:ext cx="26280" cy="35640"/>
            </a:xfrm>
            <a:custGeom>
              <a:avLst/>
              <a:gdLst/>
              <a:ahLst/>
              <a:rect l="l" t="t" r="r" b="b"/>
              <a:pathLst>
                <a:path w="405" h="54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1642;p10"/>
            <p:cNvSpPr/>
            <p:nvPr/>
          </p:nvSpPr>
          <p:spPr>
            <a:xfrm>
              <a:off x="5836320" y="6593760"/>
              <a:ext cx="167040" cy="176040"/>
            </a:xfrm>
            <a:custGeom>
              <a:avLst/>
              <a:gdLst/>
              <a:ahLst/>
              <a:rect l="l" t="t" r="r" b="b"/>
              <a:pathLst>
                <a:path w="2527" h="266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1643;p10"/>
            <p:cNvSpPr/>
            <p:nvPr/>
          </p:nvSpPr>
          <p:spPr>
            <a:xfrm>
              <a:off x="5668920" y="6461640"/>
              <a:ext cx="184680" cy="115920"/>
            </a:xfrm>
            <a:custGeom>
              <a:avLst/>
              <a:gdLst/>
              <a:ahLst/>
              <a:rect l="l" t="t" r="r" b="b"/>
              <a:pathLst>
                <a:path w="2796" h="1752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1644;p10"/>
            <p:cNvSpPr/>
            <p:nvPr/>
          </p:nvSpPr>
          <p:spPr>
            <a:xfrm>
              <a:off x="5541840" y="6794280"/>
              <a:ext cx="169200" cy="66960"/>
            </a:xfrm>
            <a:custGeom>
              <a:avLst/>
              <a:gdLst/>
              <a:ahLst/>
              <a:rect l="l" t="t" r="r" b="b"/>
              <a:pathLst>
                <a:path w="2560" h="1011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1645;p10"/>
            <p:cNvSpPr/>
            <p:nvPr/>
          </p:nvSpPr>
          <p:spPr>
            <a:xfrm>
              <a:off x="4616640" y="6298560"/>
              <a:ext cx="2957400" cy="562680"/>
            </a:xfrm>
            <a:custGeom>
              <a:avLst/>
              <a:gdLst/>
              <a:ahLst/>
              <a:rect l="l" t="t" r="r" b="b"/>
              <a:pathLst>
                <a:path w="44577" h="8486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Google Shape;1646;p10"/>
            <p:cNvSpPr/>
            <p:nvPr/>
          </p:nvSpPr>
          <p:spPr>
            <a:xfrm>
              <a:off x="6901920" y="6781320"/>
              <a:ext cx="169560" cy="80280"/>
            </a:xfrm>
            <a:custGeom>
              <a:avLst/>
              <a:gdLst/>
              <a:ahLst/>
              <a:rect l="l" t="t" r="r" b="b"/>
              <a:pathLst>
                <a:path w="2560" h="1213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" name="Google Shape;1647;p10"/>
          <p:cNvGrpSpPr/>
          <p:nvPr/>
        </p:nvGrpSpPr>
        <p:grpSpPr>
          <a:xfrm>
            <a:off x="892080" y="4842360"/>
            <a:ext cx="488880" cy="2018880"/>
            <a:chOff x="892080" y="4842360"/>
            <a:chExt cx="488880" cy="2018880"/>
          </a:xfrm>
        </p:grpSpPr>
        <p:sp>
          <p:nvSpPr>
            <p:cNvPr id="137" name="Google Shape;1648;p10"/>
            <p:cNvSpPr/>
            <p:nvPr/>
          </p:nvSpPr>
          <p:spPr>
            <a:xfrm>
              <a:off x="892080" y="4842360"/>
              <a:ext cx="488880" cy="2018880"/>
            </a:xfrm>
            <a:custGeom>
              <a:avLst/>
              <a:gdLst/>
              <a:ahLst/>
              <a:rect l="l" t="t" r="r" b="b"/>
              <a:pathLst>
                <a:path w="7374" h="30437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Google Shape;1649;p10"/>
            <p:cNvSpPr/>
            <p:nvPr/>
          </p:nvSpPr>
          <p:spPr>
            <a:xfrm>
              <a:off x="979200" y="5706720"/>
              <a:ext cx="350280" cy="343800"/>
            </a:xfrm>
            <a:custGeom>
              <a:avLst/>
              <a:gdLst/>
              <a:ahLst/>
              <a:rect l="l" t="t" r="r" b="b"/>
              <a:pathLst>
                <a:path w="5287" h="5186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1650;p10"/>
            <p:cNvSpPr/>
            <p:nvPr/>
          </p:nvSpPr>
          <p:spPr>
            <a:xfrm>
              <a:off x="1240560" y="5793840"/>
              <a:ext cx="39960" cy="26280"/>
            </a:xfrm>
            <a:custGeom>
              <a:avLst/>
              <a:gdLst/>
              <a:ahLst/>
              <a:rect l="l" t="t" r="r" b="b"/>
              <a:pathLst>
                <a:path w="607" h="405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Google Shape;1651;p10"/>
            <p:cNvSpPr/>
            <p:nvPr/>
          </p:nvSpPr>
          <p:spPr>
            <a:xfrm>
              <a:off x="1053000" y="5767200"/>
              <a:ext cx="37440" cy="33120"/>
            </a:xfrm>
            <a:custGeom>
              <a:avLst/>
              <a:gdLst/>
              <a:ahLst/>
              <a:rect l="l" t="t" r="r" b="b"/>
              <a:pathLst>
                <a:path w="573" h="506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Google Shape;1652;p10"/>
            <p:cNvSpPr/>
            <p:nvPr/>
          </p:nvSpPr>
          <p:spPr>
            <a:xfrm>
              <a:off x="1001520" y="5823000"/>
              <a:ext cx="51120" cy="17280"/>
            </a:xfrm>
            <a:custGeom>
              <a:avLst/>
              <a:gdLst/>
              <a:ahLst/>
              <a:rect l="l" t="t" r="r" b="b"/>
              <a:pathLst>
                <a:path w="776" h="27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Google Shape;1653;p10"/>
            <p:cNvSpPr/>
            <p:nvPr/>
          </p:nvSpPr>
          <p:spPr>
            <a:xfrm>
              <a:off x="923400" y="4875840"/>
              <a:ext cx="194040" cy="203040"/>
            </a:xfrm>
            <a:custGeom>
              <a:avLst/>
              <a:gdLst/>
              <a:ahLst/>
              <a:rect l="l" t="t" r="r" b="b"/>
              <a:pathLst>
                <a:path w="2930" h="3065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Google Shape;1654;p10"/>
            <p:cNvSpPr/>
            <p:nvPr/>
          </p:nvSpPr>
          <p:spPr>
            <a:xfrm>
              <a:off x="1126440" y="5736240"/>
              <a:ext cx="17280" cy="43920"/>
            </a:xfrm>
            <a:custGeom>
              <a:avLst/>
              <a:gdLst/>
              <a:ahLst/>
              <a:rect l="l" t="t" r="r" b="b"/>
              <a:pathLst>
                <a:path w="270" h="674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Google Shape;1655;p10"/>
            <p:cNvSpPr/>
            <p:nvPr/>
          </p:nvSpPr>
          <p:spPr>
            <a:xfrm>
              <a:off x="1122120" y="580284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8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1656;p10"/>
            <p:cNvSpPr/>
            <p:nvPr/>
          </p:nvSpPr>
          <p:spPr>
            <a:xfrm>
              <a:off x="1224720" y="5979600"/>
              <a:ext cx="24120" cy="17280"/>
            </a:xfrm>
            <a:custGeom>
              <a:avLst/>
              <a:gdLst/>
              <a:ahLst/>
              <a:rect l="l" t="t" r="r" b="b"/>
              <a:pathLst>
                <a:path w="371" h="27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Google Shape;1657;p10"/>
            <p:cNvSpPr/>
            <p:nvPr/>
          </p:nvSpPr>
          <p:spPr>
            <a:xfrm>
              <a:off x="1218240" y="6437520"/>
              <a:ext cx="26280" cy="35280"/>
            </a:xfrm>
            <a:custGeom>
              <a:avLst/>
              <a:gdLst/>
              <a:ahLst/>
              <a:rect l="l" t="t" r="r" b="b"/>
              <a:pathLst>
                <a:path w="405" h="54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Google Shape;1658;p10"/>
            <p:cNvSpPr/>
            <p:nvPr/>
          </p:nvSpPr>
          <p:spPr>
            <a:xfrm>
              <a:off x="1271880" y="6729480"/>
              <a:ext cx="24120" cy="30960"/>
            </a:xfrm>
            <a:custGeom>
              <a:avLst/>
              <a:gdLst/>
              <a:ahLst/>
              <a:rect l="l" t="t" r="r" b="b"/>
              <a:pathLst>
                <a:path w="372" h="473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oogle Shape;1659;p10"/>
            <p:cNvSpPr/>
            <p:nvPr/>
          </p:nvSpPr>
          <p:spPr>
            <a:xfrm>
              <a:off x="1244880" y="6589080"/>
              <a:ext cx="28800" cy="33120"/>
            </a:xfrm>
            <a:custGeom>
              <a:avLst/>
              <a:gdLst/>
              <a:ahLst/>
              <a:rect l="l" t="t" r="r" b="b"/>
              <a:pathLst>
                <a:path w="439" h="506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Google Shape;1660;p10"/>
            <p:cNvSpPr/>
            <p:nvPr/>
          </p:nvSpPr>
          <p:spPr>
            <a:xfrm>
              <a:off x="1242720" y="6515640"/>
              <a:ext cx="26280" cy="30600"/>
            </a:xfrm>
            <a:custGeom>
              <a:avLst/>
              <a:gdLst/>
              <a:ahLst/>
              <a:rect l="l" t="t" r="r" b="b"/>
              <a:pathLst>
                <a:path w="406" h="473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Google Shape;1661;p10"/>
            <p:cNvSpPr/>
            <p:nvPr/>
          </p:nvSpPr>
          <p:spPr>
            <a:xfrm>
              <a:off x="1262880" y="6669720"/>
              <a:ext cx="26280" cy="26280"/>
            </a:xfrm>
            <a:custGeom>
              <a:avLst/>
              <a:gdLst/>
              <a:ahLst/>
              <a:rect l="l" t="t" r="r" b="b"/>
              <a:pathLst>
                <a:path w="405" h="405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Google Shape;1662;p10"/>
            <p:cNvSpPr/>
            <p:nvPr/>
          </p:nvSpPr>
          <p:spPr>
            <a:xfrm>
              <a:off x="1287360" y="6810120"/>
              <a:ext cx="23760" cy="37440"/>
            </a:xfrm>
            <a:custGeom>
              <a:avLst/>
              <a:gdLst/>
              <a:ahLst/>
              <a:rect l="l" t="t" r="r" b="b"/>
              <a:pathLst>
                <a:path w="371" h="574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ix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873;p6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191" name="Google Shape;874;p6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Google Shape;875;p6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Google Shape;876;p6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4" name="Google Shape;877;p6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195" name="Google Shape;878;p6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Google Shape;879;p6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Google Shape;880;p6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8" name="Google Shape;881;p6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199" name="Google Shape;882;p6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Google Shape;883;p6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Google Shape;884;p6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2" name="Google Shape;885;p6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203" name="Google Shape;886;p6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Google Shape;887;p6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Google Shape;888;p6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6" name="Google Shape;889;p6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207" name="Google Shape;890;p6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Google Shape;891;p6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892;p6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893;p6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894;p6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Google Shape;895;p6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Google Shape;896;p6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Google Shape;897;p6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15" name="Google Shape;898;p6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216" name="Google Shape;899;p6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Google Shape;900;p6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Google Shape;901;p6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Google Shape;902;p6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Google Shape;903;p6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Google Shape;904;p6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Google Shape;905;p6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Google Shape;906;p6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4" name="Google Shape;907;p6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225" name="Google Shape;908;p6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Google Shape;909;p6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Google Shape;910;p6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Google Shape;911;p6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Google Shape;912;p6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Google Shape;913;p6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Google Shape;914;p6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Google Shape;915;p6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Google Shape;916;p6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917;p6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5" name="Google Shape;918;p6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236" name="Google Shape;919;p6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Google Shape;920;p6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8" name="Google Shape;921;p6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239" name="Google Shape;922;p6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Google Shape;923;p6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Google Shape;924;p6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925;p6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3" name="Google Shape;926;p6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244" name="Google Shape;927;p6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Google Shape;928;p6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Google Shape;929;p6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Google Shape;930;p6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Google Shape;931;p6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Google Shape;932;p6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Google Shape;933;p6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Google Shape;934;p6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Google Shape;935;p6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Google Shape;936;p6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Google Shape;937;p6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Google Shape;938;p6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Google Shape;939;p6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Google Shape;940;p6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Google Shape;941;p6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Google Shape;942;p6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Google Shape;943;p6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Google Shape;944;p6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Google Shape;945;p6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Google Shape;946;p6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Google Shape;947;p6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Google Shape;948;p6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Google Shape;949;p6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Google Shape;950;p6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Google Shape;951;p6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Google Shape;952;p6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Google Shape;953;p6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Google Shape;954;p6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Google Shape;955;p6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Google Shape;956;p6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957;p6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Google Shape;958;p6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Google Shape;959;p6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Google Shape;960;p6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Google Shape;961;p6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Google Shape;962;p6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Google Shape;963;p6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Google Shape;964;p6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Google Shape;965;p6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966;p6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Google Shape;967;p6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Google Shape;968;p6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969;p6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Google Shape;970;p6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Google Shape;971;p6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972;p6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Google Shape;973;p6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Google Shape;974;p6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975;p6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976;p6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Google Shape;977;p6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Google Shape;978;p6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Google Shape;979;p6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Google Shape;980;p6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981;p6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Google Shape;982;p6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Google Shape;983;p6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984;p6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Google Shape;985;p6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Google Shape;986;p6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Google Shape;987;p6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Google Shape;988;p6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989;p6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Google Shape;990;p6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991;p6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992;p6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993;p6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994;p6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Google Shape;995;p6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Google Shape;996;p6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Google Shape;997;p6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Google Shape;998;p6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999;p6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Google Shape;1000;p6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Google Shape;1001;p6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Google Shape;1002;p6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Google Shape;1003;p6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1004;p6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1005;p6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Google Shape;1006;p6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Google Shape;1007;p6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Google Shape;1008;p6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1009;p6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Google Shape;1010;p6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Google Shape;1011;p6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Google Shape;1012;p6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Google Shape;1013;p6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1014;p6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1015;p6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Google Shape;1016;p6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Google Shape;1017;p6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Google Shape;1018;p6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Google Shape;1019;p6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Google Shape;1020;p6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Google Shape;1021;p6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Google Shape;1022;p6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Google Shape;1023;p6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Google Shape;1024;p6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Google Shape;1025;p6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Google Shape;1026;p6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Google Shape;1027;p6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Google Shape;1028;p6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Google Shape;1029;p6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Google Shape;1030;p6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1031;p6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1032;p6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Google Shape;1033;p6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Google Shape;1034;p6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1035;p6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Google Shape;1036;p6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Google Shape;1037;p6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1038;p6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Google Shape;1039;p6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1040;p6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1041;p6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Google Shape;1042;p6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Google Shape;1043;p6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1044;p6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Google Shape;1045;p6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Google Shape;1046;p6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1047;p6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" name="Google Shape;1048;p6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Google Shape;1049;p6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Google Shape;1050;p6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Google Shape;1051;p6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Google Shape;1052;p6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Google Shape;1053;p6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Google Shape;1054;p6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Google Shape;1055;p6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Google Shape;1056;p6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utl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622944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utl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sldNum" idx="5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764D7E3-C30F-42AF-BD92-58903A5A0E10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1062;p7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415" name="Google Shape;1063;p7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6" name="Google Shape;1064;p7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7" name="Google Shape;1065;p7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18" name="Google Shape;1066;p7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419" name="Google Shape;1067;p7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" name="Google Shape;1068;p7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" name="Google Shape;1069;p7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2" name="Google Shape;1070;p7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423" name="Google Shape;1071;p7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4" name="Google Shape;1072;p7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" name="Google Shape;1073;p7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6" name="Google Shape;1074;p7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427" name="Google Shape;1075;p7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Google Shape;1076;p7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Google Shape;1077;p7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0" name="Google Shape;1078;p7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431" name="Google Shape;1079;p7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Google Shape;1080;p7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Google Shape;1081;p7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Google Shape;1082;p7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Google Shape;1083;p7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" name="Google Shape;1084;p7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7" name="Google Shape;1085;p7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Google Shape;1086;p7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9" name="Google Shape;1087;p7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440" name="Google Shape;1088;p7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Google Shape;1089;p7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1090;p7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Google Shape;1091;p7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Google Shape;1092;p7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1093;p7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Google Shape;1094;p7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Google Shape;1095;p7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8" name="Google Shape;1096;p7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449" name="Google Shape;1097;p7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Google Shape;1098;p7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Google Shape;1099;p7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Google Shape;1100;p7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Google Shape;1101;p7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Google Shape;1102;p7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Google Shape;1103;p7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Google Shape;1104;p7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Google Shape;1105;p7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Google Shape;1106;p7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9" name="Google Shape;1107;p7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460" name="Google Shape;1108;p7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Google Shape;1109;p7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2" name="Google Shape;1110;p7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463" name="Google Shape;1111;p7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Google Shape;1112;p7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Google Shape;1113;p7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Google Shape;1114;p7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7" name="Google Shape;1115;p7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468" name="Google Shape;1116;p7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Google Shape;1117;p7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Google Shape;1118;p7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Google Shape;1119;p7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Google Shape;1120;p7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Google Shape;1121;p7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Google Shape;1122;p7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Google Shape;1123;p7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Google Shape;1124;p7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Google Shape;1125;p7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8" name="Google Shape;1126;p7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9" name="Google Shape;1127;p7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0" name="Google Shape;1128;p7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1" name="Google Shape;1129;p7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Google Shape;1130;p7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3" name="Google Shape;1131;p7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Google Shape;1132;p7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Google Shape;1133;p7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Google Shape;1134;p7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Google Shape;1135;p7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Google Shape;1136;p7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Google Shape;1137;p7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Google Shape;1138;p7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Google Shape;1139;p7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Google Shape;1140;p7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Google Shape;1141;p7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4" name="Google Shape;1142;p7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Google Shape;1143;p7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Google Shape;1144;p7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Google Shape;1145;p7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Google Shape;1146;p7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Google Shape;1147;p7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Google Shape;1148;p7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Google Shape;1149;p7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Google Shape;1150;p7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Google Shape;1151;p7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Google Shape;1152;p7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Google Shape;1153;p7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Google Shape;1154;p7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Google Shape;1155;p7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Google Shape;1156;p7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Google Shape;1157;p7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0" name="Google Shape;1158;p7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1" name="Google Shape;1159;p7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2" name="Google Shape;1160;p7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3" name="Google Shape;1161;p7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4" name="Google Shape;1162;p7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5" name="Google Shape;1163;p7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6" name="Google Shape;1164;p7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Google Shape;1165;p7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Google Shape;1166;p7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Google Shape;1167;p7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Google Shape;1168;p7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1" name="Google Shape;1169;p7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2" name="Google Shape;1170;p7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3" name="Google Shape;1171;p7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4" name="Google Shape;1172;p7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5" name="Google Shape;1173;p7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6" name="Google Shape;1174;p7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7" name="Google Shape;1175;p7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8" name="Google Shape;1176;p7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9" name="Google Shape;1177;p7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1178;p7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1" name="Google Shape;1179;p7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2" name="Google Shape;1180;p7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3" name="Google Shape;1181;p7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4" name="Google Shape;1182;p7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5" name="Google Shape;1183;p7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Google Shape;1184;p7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7" name="Google Shape;1185;p7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8" name="Google Shape;1186;p7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9" name="Google Shape;1187;p7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0" name="Google Shape;1188;p7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1" name="Google Shape;1189;p7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2" name="Google Shape;1190;p7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3" name="Google Shape;1191;p7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4" name="Google Shape;1192;p7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Google Shape;1193;p7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6" name="Google Shape;1194;p7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7" name="Google Shape;1195;p7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8" name="Google Shape;1196;p7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Google Shape;1197;p7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Google Shape;1198;p7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Google Shape;1199;p7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Google Shape;1200;p7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Google Shape;1201;p7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4" name="Google Shape;1202;p7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5" name="Google Shape;1203;p7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Google Shape;1204;p7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Google Shape;1205;p7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8" name="Google Shape;1206;p7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9" name="Google Shape;1207;p7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Google Shape;1208;p7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Google Shape;1209;p7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Google Shape;1210;p7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Google Shape;1211;p7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Google Shape;1212;p7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1213;p7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Google Shape;1214;p7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Google Shape;1215;p7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1216;p7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Google Shape;1217;p7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Google Shape;1218;p7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1219;p7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Google Shape;1220;p7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Google Shape;1221;p7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1222;p7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Google Shape;1223;p7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Google Shape;1224;p7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1225;p7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Google Shape;1226;p7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Google Shape;1227;p7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1228;p7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Google Shape;1229;p7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Google Shape;1230;p7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Google Shape;1231;p7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4" name="Google Shape;1232;p7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5" name="Google Shape;1233;p7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6" name="Google Shape;1234;p7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7" name="Google Shape;1235;p7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8" name="Google Shape;1236;p7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9" name="Google Shape;1237;p7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0" name="Google Shape;1238;p7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Google Shape;1239;p7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2" name="Google Shape;1240;p7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3" name="Google Shape;1241;p7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Google Shape;1242;p7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5" name="Google Shape;1243;p7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6" name="Google Shape;1244;p7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7" name="Google Shape;1245;p7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130284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body"/>
          </p:nvPr>
        </p:nvSpPr>
        <p:spPr>
          <a:xfrm>
            <a:off x="452196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 type="body"/>
          </p:nvPr>
        </p:nvSpPr>
        <p:spPr>
          <a:xfrm>
            <a:off x="774108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5"/>
          <p:cNvSpPr>
            <a:spLocks noGrp="1"/>
          </p:cNvSpPr>
          <p:nvPr>
            <p:ph type="sldNum" idx="6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DC39976-B6C4-4C0F-BEFE-1FCA23E4360B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873;p6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640" name="Google Shape;874;p6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1" name="Google Shape;875;p6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2" name="Google Shape;876;p6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3" name="Google Shape;877;p6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644" name="Google Shape;878;p6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5" name="Google Shape;879;p6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6" name="Google Shape;880;p6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7" name="Google Shape;881;p6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648" name="Google Shape;882;p6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9" name="Google Shape;883;p6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0" name="Google Shape;884;p6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1" name="Google Shape;885;p6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652" name="Google Shape;886;p6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3" name="Google Shape;887;p6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4" name="Google Shape;888;p6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5" name="Google Shape;889;p6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656" name="Google Shape;890;p6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7" name="Google Shape;891;p6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8" name="Google Shape;892;p6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9" name="Google Shape;893;p6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0" name="Google Shape;894;p6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1" name="Google Shape;895;p6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Google Shape;896;p6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3" name="Google Shape;897;p6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4" name="Google Shape;898;p6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665" name="Google Shape;899;p6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Google Shape;900;p6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7" name="Google Shape;901;p6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8" name="Google Shape;902;p6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9" name="Google Shape;903;p6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Google Shape;904;p6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Google Shape;905;p6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Google Shape;906;p6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73" name="Google Shape;907;p6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674" name="Google Shape;908;p6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Google Shape;909;p6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Google Shape;910;p6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Google Shape;911;p6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Google Shape;912;p6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Google Shape;913;p6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Google Shape;914;p6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Google Shape;915;p6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Google Shape;916;p6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Google Shape;917;p6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4" name="Google Shape;918;p6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685" name="Google Shape;919;p6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Google Shape;920;p6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7" name="Google Shape;921;p6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688" name="Google Shape;922;p6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Google Shape;923;p6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Google Shape;924;p6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Google Shape;925;p6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2" name="Google Shape;926;p6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693" name="Google Shape;927;p6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Google Shape;928;p6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Google Shape;929;p6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Google Shape;930;p6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Google Shape;931;p6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Google Shape;932;p6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Google Shape;933;p6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Google Shape;934;p6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Google Shape;935;p6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Google Shape;936;p6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Google Shape;937;p6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Google Shape;938;p6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Google Shape;939;p6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Google Shape;940;p6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Google Shape;941;p6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Google Shape;942;p6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Google Shape;943;p6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Google Shape;944;p6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Google Shape;945;p6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Google Shape;946;p6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Google Shape;947;p6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Google Shape;948;p6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Google Shape;949;p6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Google Shape;950;p6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Google Shape;951;p6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Google Shape;952;p6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Google Shape;953;p6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Google Shape;954;p6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Google Shape;955;p6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Google Shape;956;p6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3" name="Google Shape;957;p6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4" name="Google Shape;958;p6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5" name="Google Shape;959;p6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6" name="Google Shape;960;p6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7" name="Google Shape;961;p6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8" name="Google Shape;962;p6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9" name="Google Shape;963;p6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0" name="Google Shape;964;p6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1" name="Google Shape;965;p6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2" name="Google Shape;966;p6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3" name="Google Shape;967;p6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4" name="Google Shape;968;p6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5" name="Google Shape;969;p6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6" name="Google Shape;970;p6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7" name="Google Shape;971;p6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8" name="Google Shape;972;p6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9" name="Google Shape;973;p6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0" name="Google Shape;974;p6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1" name="Google Shape;975;p6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2" name="Google Shape;976;p6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3" name="Google Shape;977;p6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4" name="Google Shape;978;p6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5" name="Google Shape;979;p6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6" name="Google Shape;980;p6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7" name="Google Shape;981;p6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8" name="Google Shape;982;p6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9" name="Google Shape;983;p6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Google Shape;984;p6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1" name="Google Shape;985;p6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2" name="Google Shape;986;p6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Google Shape;987;p6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4" name="Google Shape;988;p6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5" name="Google Shape;989;p6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6" name="Google Shape;990;p6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7" name="Google Shape;991;p6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8" name="Google Shape;992;p6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9" name="Google Shape;993;p6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0" name="Google Shape;994;p6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1" name="Google Shape;995;p6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2" name="Google Shape;996;p6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3" name="Google Shape;997;p6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4" name="Google Shape;998;p6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5" name="Google Shape;999;p6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6" name="Google Shape;1000;p6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7" name="Google Shape;1001;p6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8" name="Google Shape;1002;p6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9" name="Google Shape;1003;p6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0" name="Google Shape;1004;p6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1" name="Google Shape;1005;p6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2" name="Google Shape;1006;p6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Google Shape;1007;p6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Google Shape;1008;p6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Google Shape;1009;p6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Google Shape;1010;p6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Google Shape;1011;p6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Google Shape;1012;p6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Google Shape;1013;p6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Google Shape;1014;p6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Google Shape;1015;p6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Google Shape;1016;p6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Google Shape;1017;p6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Google Shape;1018;p6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Google Shape;1019;p6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Google Shape;1020;p6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Google Shape;1021;p6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Google Shape;1022;p6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Google Shape;1023;p6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Google Shape;1024;p6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Google Shape;1025;p6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Google Shape;1026;p6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Google Shape;1027;p6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Google Shape;1028;p6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Google Shape;1029;p6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Google Shape;1030;p6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Google Shape;1031;p6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Google Shape;1032;p6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Google Shape;1033;p6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Google Shape;1034;p6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Google Shape;1035;p6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Google Shape;1036;p6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Google Shape;1037;p6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Google Shape;1038;p6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Google Shape;1039;p6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Google Shape;1040;p6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Google Shape;1041;p6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Google Shape;1042;p6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Google Shape;1043;p6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Google Shape;1044;p6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Google Shape;1045;p6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2" name="Google Shape;1046;p6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3" name="Google Shape;1047;p6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Google Shape;1048;p6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Google Shape;1049;p6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Google Shape;1050;p6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Google Shape;1051;p6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Google Shape;1052;p6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Google Shape;1053;p6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0" name="Google Shape;1054;p6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1" name="Google Shape;1055;p6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Google Shape;1056;p6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body"/>
          </p:nvPr>
        </p:nvSpPr>
        <p:spPr>
          <a:xfrm>
            <a:off x="622944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4"/>
          <p:cNvSpPr>
            <a:spLocks noGrp="1"/>
          </p:cNvSpPr>
          <p:nvPr>
            <p:ph type="sldNum" idx="7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AF9A8E-F0B7-42DE-8596-220EF4C8E48A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Giới thiệu về cây lúa và tầm quan trọng ở Việt 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sz="1800"/>
              <a:t>•  Cây lúa là cây lương thực chính, đóng vai trò sống còn trong nền kinh tế Việt Nam.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Chuẩn bị đất trồng 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Việc chuẩn bị đất là bước đầu tiên và quan trọng nhất để đảm bảo năng suất cao cho vụ lúa.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Đất thường được cày bừa kỹ lưỡng để làm tơi xốp, loại bỏ cỏ dại và các tàn dư cây trồng cũ.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San phẳng mặt ruộng giúp phân phối nước đều khắp, tạo điều kiện thuận lợi cho cây lúa phát triển.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Bờ bao và hệ thống kênh mương được xây dựng để kiểm soát mực nước hiệu quả trong suốt mùa vụ.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Đất cần được ngâm nước trước khi cày bừa để làm mềm bùn, giúp diệt mầm cỏ và sâu bệnh hại.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Phân hữu cơ hoặc vôi thường được bón lót để cải tạo đất và điều chỉnh độ pH phù hợp cho cây lúa.</a:t>
            </a:r>
          </a:p>
        </p:txBody>
      </p:sp>
      <p:pic>
        <p:nvPicPr>
          <p:cNvPr id="4" name="Picture 3" descr="5a384dd2b9bb9ac9d472c1dd6fa7d6b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d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Chọn giống và ươm mạ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Việc chọn giống lúa phù hợp với điều kiện khí hậu, thổ nhưỡng và mùa vụ là rất quan trọng.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giống lúa lai hoặc giống lúa mới thường có năng suất cao và khả năng chống chịu sâu bệnh tốt.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Hạt giống phải đảm bảo chất lượng, không lẫn tạp chất và có tỷ lệ nảy mầm cao để đảm bảo mật độ.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Mạ được ươm trong vườn ươm hoặc trên các luống đất nhỏ đã được chuẩn bị kỹ lưỡng trước đó.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Gieo mạ cần đúng kỹ thuật để mạ phát triển khỏe mạnh, đủ sức chống chịu sâu bệnh khi cấy.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Giai đoạn ươm mạ thường kéo dài khoảng 15-25 ngày tùy thuộc vào giống lúa và điều kiện thời tiết.</a:t>
            </a:r>
          </a:p>
        </p:txBody>
      </p:sp>
      <p:pic>
        <p:nvPicPr>
          <p:cNvPr id="4" name="Picture 3" descr="8a0cf06e448069cdb60a47a2f79de9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ircl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Gieo cấy 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Có hai phương pháp gieo cấy chính là cấy mạ thủ công và gieo sạ trực tiếp bằng máy hoặc tay.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Cấy mạ là phương pháp truyền thống, giúp cây lúa có bộ rễ khỏe và ít cỏ dại cạnh tranh dinh dưỡng.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Gieo sạ trực tiếp tiết kiệm công lao động và thời gian nhưng đòi hỏi quản lý cỏ dại chặt chẽ hơn.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Khoảng cách giữa các cây và hàng lúa cần được duy trì hợp lý để cây nhận đủ ánh sáng và dinh dưỡng.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Mật độ gieo cấy quá dày hoặc quá thưa đều ảnh hưởng tiêu cực đến năng suất cuối cùng của vụ mùa.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thường sử dụng máy cấy hoặc gieo sạ bằng tay tùy theo quy mô sản xuất và điều kiện thực tế.</a:t>
            </a:r>
          </a:p>
        </p:txBody>
      </p:sp>
      <p:pic>
        <p:nvPicPr>
          <p:cNvPr id="4" name="Picture 3" descr="6fab8e5f753b59024613e13b0a0a3a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ver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Chăm sóc lúa 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Giai đoạn lúa non cần được cung cấp đủ nước và dinh dưỡng để phát triển mạnh mẽ và khỏe mạnh.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Điều tiết mực nước trong ruộng lúa là công việc thường xuyên và cần thiết để cây sinh trưởng tối ưu.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Nhổ cỏ dại thủ công hoặc sử dụng thuốc diệt cỏ là cách loại bỏ sự cạnh tranh dinh dưỡng với cây lúa.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Bón phân thúc lần 1 (đẻ nhánh) giúp cây lúa ra nhiều nhánh hữu hiệu, tăng tiềm năng năng suất.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Thường xuyên kiểm tra đồng ruộng để phát hiện sớm các dấu hiệu sâu bệnh hại và có biện pháp xử lý.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Duy trì môi trường thuận lợi giúp cây lúa non hình thành bộ rễ và thân lá chắc khỏe, chống chịu tốt.</a:t>
            </a:r>
          </a:p>
        </p:txBody>
      </p:sp>
      <p:pic>
        <p:nvPicPr>
          <p:cNvPr id="4" name="Picture 3" descr="15e198e8c66ee4f023d3d1753d37b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mb dir="horz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Quản lý sâu bệnh hại 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Việc phòng trừ sâu bệnh hại là yếu tố then chốt để bảo vệ năng suất và chất lượng lúa gạo.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loại sâu hại phổ biến bao gồm sâu cuốn lá, rầy nâu, sâu đục thân và chuột gây hại nghiêm trọng.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Bệnh hại lúa thường gặp là đạo ôn, bạc lá, khô vằn và bệnh vàng lùn, lùn xoắn lá khó chữa trị.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thường áp dụng phương pháp quản lý dịch hại tổng hợp (IPM) để giảm thiểu hóa chất độc hại.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Sử dụng giống lúa kháng bệnh là một biện pháp phòng ngừa hiệu quả và bền vững được khuyến khích áp dụng.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Phun thuốc bảo vệ thực vật cần đúng liều lượng và thời điểm để đạt hiệu quả cao nhất và an toàn.</a:t>
            </a:r>
          </a:p>
        </p:txBody>
      </p:sp>
      <p:pic>
        <p:nvPicPr>
          <p:cNvPr id="4" name="Picture 3" descr="37a58b9c4941f2b1fbb2d958778a5f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omb dir="ver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Bón phân cho 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Bón phân hợp lý giúp cây lúa sinh trưởng tốt, cho năng suất và chất lượng hạt cao vượt trội.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Các loại phân bón chính bao gồm phân đạm (Urê), phân lân (Super lân) và phân kali (KCl) thiết yếu.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Lúa cần đạm để phát triển thân lá, lân giúp phát triển bộ rễ và kali tăng cường sức đề kháng của cây.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Bón phân thường được chia thành nhiều đợt: bón lót, bón thúc đẻ nhánh, bón đón đòng quan trọng.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Xác định liều lượng và thời điểm bón phân dựa trên loại đất, giống lúa và tình hình sinh trưởng thực tế.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Thiếu hoặc thừa phân bón đều có thể gây ảnh hưởng xấu đến sự phát triển của cây lúa và năng suất.</a:t>
            </a:r>
          </a:p>
        </p:txBody>
      </p:sp>
      <p:pic>
        <p:nvPicPr>
          <p:cNvPr id="4" name="Picture 3" descr="15e198e8c66ee4f023d3d1753d37b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orient="vert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Giai đoạn ra hoa và hình thành hạt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Giai đoạn lúa ra hoa cần điều kiện thời tiết ổn định và đủ nước để thụ phấn thành công, đảm bảo số hạt.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Hoa lúa tự thụ phấn, sau đó hạt lúa bắt đầu hình thành và phát triển bên trong bông lúa đã thụ phấn.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Nước tưới đầy đủ trong giai đoạn này là cực kỳ quan trọng để hạt lúa no tròn, đạt trọng lượng cao.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cần theo dõi sát sao để phát hiện sớm các vấn đề ảnh hưởng đến khả năng đậu hạt của lúa.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Giai đoạn này quyết định trực tiếp đến năng suất và chất lượng của vụ mùa, cần được chăm sóc đặc biệt.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Bảo vệ lúa khỏi sâu bệnh hại trong thời kỳ này là rất quan trọng để tránh thất thoát năng suất đã đạt được.</a:t>
            </a:r>
          </a:p>
        </p:txBody>
      </p:sp>
      <p:pic>
        <p:nvPicPr>
          <p:cNvPr id="4" name="Picture 3" descr="3e594f0124cb31f37380324c75d40d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r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Thu hoạch 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Thời điểm thu hoạch lúa thường là khi hạt lúa đã chín vàng đều, độ ẩm phù hợp để đạt chất lượng tốt.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Thu hoạch quá sớm hoặc quá muộn đều ảnh hưởng đến chất lượng và trọng lượng hạt gạo sau này.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Nông dân có thể thu hoạch bằng phương pháp thủ công truyền thống hoặc sử dụng máy gặt đập liên hợp hiện đại.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Máy gặt đập liên hợp giúp tiết kiệm thời gian, công sức và giảm tổn thất sau thu hoạch đáng kể.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Lúa sau khi gặt cần được vận chuyển cẩn thận để tránh rơi vãi và hư hỏng trong quá trình di chuyển.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Vụ thu hoạch lúa thường là thời điểm bận rộn và quan trọng nhất đối với người nông dân trồng lúa.</a:t>
            </a:r>
          </a:p>
        </p:txBody>
      </p:sp>
      <p:pic>
        <p:nvPicPr>
          <p:cNvPr id="4" name="Picture 3" descr="3f3184ed0bc7b0024640e365ff48970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checker dir="horz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858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 b="1"/>
              <a:t>Bảo quản và chế biến sau thu hoạch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8580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Lúa sau thu hoạch cần được phơi khô hoặc sấy để giảm độ ẩm xuống mức an toàn, tránh hư hỏng.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Độ ẩm lý tưởng cho bảo quản gạo thường là khoảng 12-14% để tránh nấm mốc và côn trùng gây hại.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Lúa khô được bảo quản trong kho sạch sẽ, thoáng mát, tránh xa côn trùng và chuột phá hoại.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Việc bảo quản tốt giúp duy trì chất lượng gạo và kéo dài thời gian sử dụng, giảm thiểu lãng phí.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Lúa sau đó được xay xát để tách vỏ trấu, cám và thu được gạo thành phẩm trắng sạch.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/>
              <a:t>•  Gạo thành phẩm được đóng gói và phân phối đến người tiêu dùng trong và ngoài nước một cách hiệu quả.</a:t>
            </a:r>
          </a:p>
        </p:txBody>
      </p:sp>
      <p:pic>
        <p:nvPicPr>
          <p:cNvPr id="4" name="Picture 3" descr="15e198e8c66ee4f023d3d1753d37b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20624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strips dir="ld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600" b="1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2026-03-20T11:12:50Z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