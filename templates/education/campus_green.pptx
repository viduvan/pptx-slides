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239E52-04AB-4520-B8E7-727BBDB1E5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0" y="5099040"/>
            <a:ext cx="1219140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7E9AD7-CEF2-4AB6-BF19-72610B1258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1219140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353FCD-D4B5-4B7A-B9A0-3048002B31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374018-04BC-427F-B65A-B46C903ECD3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74BF9D-5C4E-4515-B874-BC8D9C0C7A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D90B73-EDED-4645-8EE8-1982DFE116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532403-BC2F-4ADF-9F91-D4A01FA90F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4708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FD7275-891F-4A55-9334-5E989E47B1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0" y="5500080"/>
            <a:ext cx="1219140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2FC481-0018-4684-B4E9-CE14481D73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1219140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0" y="5500080"/>
            <a:ext cx="1219140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4AF793-130A-4866-B77E-53D43AE780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4708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CDA5FE-7DE8-46D5-BCA9-0564D5AD7D1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122000" y="509904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244360" y="509904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0" y="550008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122000" y="550008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244360" y="550008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447E46-644C-4739-B390-0CEEE0EBB45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0" y="5099040"/>
            <a:ext cx="1219140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1219140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24708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0" y="5500080"/>
            <a:ext cx="1219140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1219140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0" y="5500080"/>
            <a:ext cx="1219140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624708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122000" y="509904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8244360" y="509904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0" y="550008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/>
          </p:nvPr>
        </p:nvSpPr>
        <p:spPr>
          <a:xfrm>
            <a:off x="4122000" y="550008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/>
          </p:nvPr>
        </p:nvSpPr>
        <p:spPr>
          <a:xfrm>
            <a:off x="8244360" y="550008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0" y="5099040"/>
            <a:ext cx="1219140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1219140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/>
          </p:nvPr>
        </p:nvSpPr>
        <p:spPr>
          <a:xfrm>
            <a:off x="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624708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0" y="5500080"/>
            <a:ext cx="1219140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1219140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0" y="5500080"/>
            <a:ext cx="1219140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/>
          </p:nvPr>
        </p:nvSpPr>
        <p:spPr>
          <a:xfrm>
            <a:off x="624708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122000" y="509904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8244360" y="509904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0" y="550008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/>
          </p:nvPr>
        </p:nvSpPr>
        <p:spPr>
          <a:xfrm>
            <a:off x="4122000" y="550008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/>
          </p:nvPr>
        </p:nvSpPr>
        <p:spPr>
          <a:xfrm>
            <a:off x="8244360" y="550008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0" y="5099040"/>
            <a:ext cx="1219140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1219140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ubTitle"/>
          </p:nvPr>
        </p:nvSpPr>
        <p:spPr>
          <a:xfrm>
            <a:off x="609480" y="27324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/>
          </p:nvPr>
        </p:nvSpPr>
        <p:spPr>
          <a:xfrm>
            <a:off x="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76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/>
          </p:nvPr>
        </p:nvSpPr>
        <p:spPr>
          <a:xfrm>
            <a:off x="624708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/>
          </p:nvPr>
        </p:nvSpPr>
        <p:spPr>
          <a:xfrm>
            <a:off x="0" y="5500080"/>
            <a:ext cx="1219140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1219140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0" y="5500080"/>
            <a:ext cx="1219140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247080" y="509904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/>
          </p:nvPr>
        </p:nvSpPr>
        <p:spPr>
          <a:xfrm>
            <a:off x="6247080" y="5500080"/>
            <a:ext cx="594936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0" y="509904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4122000" y="509904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8244360" y="509904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/>
          </p:nvPr>
        </p:nvSpPr>
        <p:spPr>
          <a:xfrm>
            <a:off x="0" y="550008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6"/>
          <p:cNvSpPr>
            <a:spLocks noGrp="1"/>
          </p:cNvSpPr>
          <p:nvPr>
            <p:ph/>
          </p:nvPr>
        </p:nvSpPr>
        <p:spPr>
          <a:xfrm>
            <a:off x="4122000" y="550008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7"/>
          <p:cNvSpPr>
            <a:spLocks noGrp="1"/>
          </p:cNvSpPr>
          <p:nvPr>
            <p:ph/>
          </p:nvPr>
        </p:nvSpPr>
        <p:spPr>
          <a:xfrm>
            <a:off x="8244360" y="5500080"/>
            <a:ext cx="3925440" cy="36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endParaRPr b="0" lang="en-US" sz="42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3052672-34BB-4BA8-B612-12DE9119071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body"/>
          </p:nvPr>
        </p:nvSpPr>
        <p:spPr>
          <a:xfrm>
            <a:off x="0" y="644400"/>
            <a:ext cx="12191400" cy="67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404040"/>
                </a:solidFill>
                <a:latin typeface="Arial"/>
                <a:ea typeface="맑은 고딕"/>
              </a:rPr>
              <a:t>FREE PPT TEMPLATES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0" y="1316520"/>
            <a:ext cx="12191400" cy="67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INSTERT THE TITLE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404040"/>
                </a:solidFill>
                <a:latin typeface="Arial"/>
                <a:ea typeface="Arial Unicode MS"/>
              </a:rPr>
              <a:t>OF YOUR PRESENTATION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tl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88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427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51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11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37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7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6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body"/>
          </p:nvPr>
        </p:nvSpPr>
        <p:spPr>
          <a:xfrm>
            <a:off x="0" y="5099040"/>
            <a:ext cx="12191400" cy="76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 Unicode MS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0" y="5867280"/>
            <a:ext cx="12191400" cy="38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Arial Unicode MS"/>
              </a:rPr>
              <a:t>Insert the title of your subtitle Here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://www.free-powerpoint-templates-design.com/" TargetMode="External"/><Relationship Id="rId2" Type="http://schemas.openxmlformats.org/officeDocument/2006/relationships/hyperlink" Target="http://www.free-powerpoint-templates-design.com/" TargetMode="External"/><Relationship Id="rId3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4">
            <a:hlinkClick r:id="rId1"/>
          </p:cNvPr>
          <p:cNvSpPr/>
          <p:nvPr/>
        </p:nvSpPr>
        <p:spPr>
          <a:xfrm>
            <a:off x="0" y="6588360"/>
            <a:ext cx="1219140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800" spc="-1" strike="noStrike" u="sng">
                <a:solidFill>
                  <a:srgbClr val="000000"/>
                </a:solidFill>
                <a:uFillTx/>
                <a:latin typeface="Arial"/>
                <a:ea typeface="Arial Unicode MS"/>
                <a:hlinkClick r:id="rId2"/>
              </a:rPr>
              <a:t>http://www.free-powerpoint-templates-design.com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58" name="TextBox 5"/>
          <p:cNvSpPr/>
          <p:nvPr/>
        </p:nvSpPr>
        <p:spPr>
          <a:xfrm>
            <a:off x="914400" y="182880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Presentation </a:t>
            </a: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Title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6"/>
          <p:cNvSpPr/>
          <p:nvPr/>
        </p:nvSpPr>
        <p:spPr>
          <a:xfrm>
            <a:off x="731520" y="48888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C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o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n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t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n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t 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S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l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i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d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e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 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T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i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t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l</a:t>
            </a: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ectangle 5"/>
          <p:cNvSpPr/>
          <p:nvPr/>
        </p:nvSpPr>
        <p:spPr>
          <a:xfrm>
            <a:off x="731520" y="1357560"/>
            <a:ext cx="1828440" cy="378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1" name="TextBox 7"/>
          <p:cNvSpPr/>
          <p:nvPr/>
        </p:nvSpPr>
        <p:spPr>
          <a:xfrm>
            <a:off x="731520" y="158616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Sample point one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Key idea two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Styled bullets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Auto-fit sizing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Gradient backgrounds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/>
          </p:nvPr>
        </p:nvSpPr>
        <p:spPr>
          <a:xfrm>
            <a:off x="0" y="5099040"/>
            <a:ext cx="12191400" cy="76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20"/>
              </a:spcBef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 Unicode MS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2026-03-20T10:15:14Z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