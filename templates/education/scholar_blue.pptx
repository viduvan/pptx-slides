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jpeg" ContentType="image/jpe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6F5F91A-E65E-4DB7-A8FC-54E8F669E6E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2420280" y="2655360"/>
            <a:ext cx="7446600" cy="1546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FBF9058-DAED-47D4-8E40-8B46D9350BD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2420280" y="2655360"/>
            <a:ext cx="7446600" cy="1546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FAEE500-71E2-4995-B8ED-810CF6D8391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2420280" y="2655360"/>
            <a:ext cx="7446600" cy="1546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6AFC55D-46AF-4A78-88FF-ECE234DE050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2420280" y="2655360"/>
            <a:ext cx="7446600" cy="1546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407F4D6-F56E-4D12-95A5-DF49DCC484B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2420280" y="2655360"/>
            <a:ext cx="7446600" cy="7168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A009C97-1235-4835-8CB3-4EAEB49AAD4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2420280" y="2655360"/>
            <a:ext cx="7446600" cy="1546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A80EEF9-116B-42EF-94D0-44C4104D99D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2420280" y="2655360"/>
            <a:ext cx="7446600" cy="1546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88EAD47-DA6D-453A-A9D3-BC8B914AB1E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2420280" y="2655360"/>
            <a:ext cx="7446600" cy="1546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A5F4E14-45BE-408E-980C-32B5CFF86FA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2420280" y="2655360"/>
            <a:ext cx="7446600" cy="1546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39B6441-5526-49D6-84C8-D87BFFF8C61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2420280" y="2655360"/>
            <a:ext cx="7446600" cy="1546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821B975-0086-46E9-B057-431B89F9E94E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2420280" y="2655360"/>
            <a:ext cx="7446600" cy="1546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192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802872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192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802872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8640C1F-CC84-470F-8258-7096AFD1CD80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2420280" y="2655360"/>
            <a:ext cx="7446600" cy="1546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2420280" y="2655360"/>
            <a:ext cx="7446600" cy="1546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2420280" y="2655360"/>
            <a:ext cx="7446600" cy="1546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2420280" y="2655360"/>
            <a:ext cx="7446600" cy="1546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subTitle"/>
          </p:nvPr>
        </p:nvSpPr>
        <p:spPr>
          <a:xfrm>
            <a:off x="2420280" y="2655360"/>
            <a:ext cx="7446600" cy="7168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2420280" y="2655360"/>
            <a:ext cx="7446600" cy="1546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2420280" y="2655360"/>
            <a:ext cx="7446600" cy="1546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2420280" y="2655360"/>
            <a:ext cx="7446600" cy="1546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2420280" y="2655360"/>
            <a:ext cx="7446600" cy="1546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2420280" y="2655360"/>
            <a:ext cx="7446600" cy="1546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2420280" y="2655360"/>
            <a:ext cx="7446600" cy="1546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/>
          </p:nvPr>
        </p:nvSpPr>
        <p:spPr>
          <a:xfrm>
            <a:off x="43192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PlaceHolder 4"/>
          <p:cNvSpPr>
            <a:spLocks noGrp="1"/>
          </p:cNvSpPr>
          <p:nvPr>
            <p:ph/>
          </p:nvPr>
        </p:nvSpPr>
        <p:spPr>
          <a:xfrm>
            <a:off x="802872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6"/>
          <p:cNvSpPr>
            <a:spLocks noGrp="1"/>
          </p:cNvSpPr>
          <p:nvPr>
            <p:ph/>
          </p:nvPr>
        </p:nvSpPr>
        <p:spPr>
          <a:xfrm>
            <a:off x="43192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PlaceHolder 7"/>
          <p:cNvSpPr>
            <a:spLocks noGrp="1"/>
          </p:cNvSpPr>
          <p:nvPr>
            <p:ph/>
          </p:nvPr>
        </p:nvSpPr>
        <p:spPr>
          <a:xfrm>
            <a:off x="802872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Relationship Id="rId9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</a:rPr>
              <a:t>&lt;date/time&gt;</a:t>
            </a:r>
            <a:endParaRPr b="0" lang="en-US" sz="12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B51759B-97D5-48CD-B4B4-1557BD716AC3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2420280" y="2655360"/>
            <a:ext cx="7446600" cy="154620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Autofit/>
          </a:bodyPr>
          <a:p>
            <a:r>
              <a:rPr b="0" lang="en-US" sz="60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6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88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7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508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7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113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7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75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7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67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67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67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67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67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67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Rectangle 5"/>
          <p:cNvSpPr/>
          <p:nvPr/>
        </p:nvSpPr>
        <p:spPr>
          <a:xfrm>
            <a:off x="274320" y="297360"/>
            <a:ext cx="456840" cy="50400"/>
          </a:xfrm>
          <a:prstGeom prst="rect">
            <a:avLst/>
          </a:prstGeom>
          <a:solidFill>
            <a:srgbClr val="068fc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80" name="TextBox 4"/>
          <p:cNvSpPr/>
          <p:nvPr/>
        </p:nvSpPr>
        <p:spPr>
          <a:xfrm>
            <a:off x="914400" y="1851840"/>
            <a:ext cx="10332360" cy="6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4000" spc="-1" strike="noStrike">
                <a:solidFill>
                  <a:srgbClr val="000000"/>
                </a:solidFill>
                <a:latin typeface="Calibri Light"/>
              </a:rPr>
              <a:t>Presentation Title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TextBox 5"/>
          <p:cNvSpPr/>
          <p:nvPr/>
        </p:nvSpPr>
        <p:spPr>
          <a:xfrm>
            <a:off x="1828800" y="3863520"/>
            <a:ext cx="850356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2" name="Rectangle 6"/>
          <p:cNvSpPr/>
          <p:nvPr/>
        </p:nvSpPr>
        <p:spPr>
          <a:xfrm>
            <a:off x="457200" y="6400800"/>
            <a:ext cx="11277000" cy="72720"/>
          </a:xfrm>
          <a:prstGeom prst="rect">
            <a:avLst/>
          </a:prstGeom>
          <a:gradFill rotWithShape="0">
            <a:gsLst>
              <a:gs pos="0">
                <a:srgbClr val="068fcf"/>
              </a:gs>
              <a:gs pos="100000">
                <a:srgbClr val="38bdf8"/>
              </a:gs>
            </a:gsLst>
            <a:lin ang="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extBox 6"/>
          <p:cNvSpPr/>
          <p:nvPr/>
        </p:nvSpPr>
        <p:spPr>
          <a:xfrm>
            <a:off x="960120" y="731880"/>
            <a:ext cx="1051524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800" spc="-1" strike="noStrike">
                <a:solidFill>
                  <a:srgbClr val="000000"/>
                </a:solidFill>
                <a:latin typeface="Calibri Light"/>
              </a:rPr>
              <a:t>Content Slide Title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Rectangle 7"/>
          <p:cNvSpPr/>
          <p:nvPr/>
        </p:nvSpPr>
        <p:spPr>
          <a:xfrm>
            <a:off x="960120" y="1600560"/>
            <a:ext cx="1828440" cy="37800"/>
          </a:xfrm>
          <a:prstGeom prst="rect">
            <a:avLst/>
          </a:prstGeom>
          <a:solidFill>
            <a:srgbClr val="068fc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85" name="TextBox 7"/>
          <p:cNvSpPr/>
          <p:nvPr/>
        </p:nvSpPr>
        <p:spPr>
          <a:xfrm>
            <a:off x="960120" y="1829160"/>
            <a:ext cx="10515240" cy="457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  •  </a:t>
            </a: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Sample point one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  •  </a:t>
            </a: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Key idea two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  •  </a:t>
            </a: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Styled bullets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  •  </a:t>
            </a: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Auto-fit sizing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  •  </a:t>
            </a: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Gradient backgrounds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Rectangle 8"/>
          <p:cNvSpPr/>
          <p:nvPr/>
        </p:nvSpPr>
        <p:spPr>
          <a:xfrm>
            <a:off x="685800" y="6785280"/>
            <a:ext cx="11277000" cy="72720"/>
          </a:xfrm>
          <a:prstGeom prst="rect">
            <a:avLst/>
          </a:prstGeom>
          <a:gradFill rotWithShape="0">
            <a:gsLst>
              <a:gs pos="0">
                <a:srgbClr val="068fcf"/>
              </a:gs>
              <a:gs pos="100000">
                <a:srgbClr val="38bdf8"/>
              </a:gs>
            </a:gsLst>
            <a:lin ang="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extBox 8"/>
          <p:cNvSpPr/>
          <p:nvPr/>
        </p:nvSpPr>
        <p:spPr>
          <a:xfrm>
            <a:off x="914400" y="2286000"/>
            <a:ext cx="103323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000000"/>
                </a:solidFill>
                <a:latin typeface="Calibri Light"/>
              </a:rPr>
              <a:t>Thank You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TextBox 9"/>
          <p:cNvSpPr/>
          <p:nvPr/>
        </p:nvSpPr>
        <p:spPr>
          <a:xfrm>
            <a:off x="1828800" y="4114800"/>
            <a:ext cx="85035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Application>LibreOffice/7.3.7.2$Linux_X86_64 LibreOffice_project/30$Build-2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2026-03-20T10:13:03Z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