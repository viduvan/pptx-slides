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59B44B-B26A-4C6E-9FDB-94D8E4F90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4228F7-F4AF-4DF9-83D1-2FDFC47E15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2EE4E1-3D8F-459E-AF15-F099292675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715CD-A5E3-4F6D-B0B3-ECB223813C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6BC66-6D3C-4D3C-9253-190BFAB7D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08B1D-248F-46A3-92F0-D8AD835C3B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F4DAA0-3DF9-49AC-87E6-0888A71F80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BD2BFD-182E-427C-8C9A-25E0E9917D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BA5EA-3DEA-44C8-B63C-1D6E2CD99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CBB68-D7DA-431E-9BCB-6F5D10AD78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02424-933C-434B-AA0C-891C69C3C1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9DAD21-C266-4017-9F61-CAEE18B2D5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8CAE48-A78F-4890-A743-50B35CD547A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6;p1" descr=""/>
          <p:cNvPicPr/>
          <p:nvPr/>
        </p:nvPicPr>
        <p:blipFill>
          <a:blip r:embed="rId2"/>
          <a:stretch/>
        </p:blipFill>
        <p:spPr>
          <a:xfrm>
            <a:off x="0" y="-72000"/>
            <a:ext cx="12289320" cy="818532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7;p1"/>
          <p:cNvSpPr/>
          <p:nvPr/>
        </p:nvSpPr>
        <p:spPr>
          <a:xfrm>
            <a:off x="675000" y="-348120"/>
            <a:ext cx="360" cy="9830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8;p1"/>
          <p:cNvSpPr/>
          <p:nvPr/>
        </p:nvSpPr>
        <p:spPr>
          <a:xfrm>
            <a:off x="-582480" y="6044400"/>
            <a:ext cx="9829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09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09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9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3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6;p1" descr=""/>
          <p:cNvPicPr/>
          <p:nvPr/>
        </p:nvPicPr>
        <p:blipFill>
          <a:blip r:embed="rId2"/>
          <a:stretch/>
        </p:blipFill>
        <p:spPr>
          <a:xfrm>
            <a:off x="0" y="-72000"/>
            <a:ext cx="12289320" cy="818532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7;p1"/>
          <p:cNvSpPr/>
          <p:nvPr/>
        </p:nvSpPr>
        <p:spPr>
          <a:xfrm>
            <a:off x="675000" y="-348120"/>
            <a:ext cx="360" cy="9830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Google Shape;8;p1"/>
          <p:cNvSpPr/>
          <p:nvPr/>
        </p:nvSpPr>
        <p:spPr>
          <a:xfrm>
            <a:off x="-582480" y="6044400"/>
            <a:ext cx="9829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09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9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3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3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43;p11" descr=""/>
          <p:cNvPicPr/>
          <p:nvPr/>
        </p:nvPicPr>
        <p:blipFill>
          <a:blip r:embed="rId1"/>
          <a:stretch/>
        </p:blipFill>
        <p:spPr>
          <a:xfrm>
            <a:off x="0" y="-72000"/>
            <a:ext cx="12289320" cy="8185320"/>
          </a:xfrm>
          <a:prstGeom prst="rect">
            <a:avLst/>
          </a:prstGeom>
          <a:ln w="0">
            <a:noFill/>
          </a:ln>
        </p:spPr>
      </p:pic>
      <p:sp>
        <p:nvSpPr>
          <p:cNvPr id="124" name="Google Shape;45;p 2"/>
          <p:cNvSpPr/>
          <p:nvPr/>
        </p:nvSpPr>
        <p:spPr>
          <a:xfrm>
            <a:off x="1357200" y="-369720"/>
            <a:ext cx="360" cy="9830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Google Shape;50;p 2"/>
          <p:cNvSpPr/>
          <p:nvPr/>
        </p:nvSpPr>
        <p:spPr>
          <a:xfrm>
            <a:off x="-538560" y="5759640"/>
            <a:ext cx="9829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6" name="Google Shape;53;p 2" descr=""/>
          <p:cNvPicPr/>
          <p:nvPr/>
        </p:nvPicPr>
        <p:blipFill>
          <a:blip r:embed="rId2"/>
          <a:stretch/>
        </p:blipFill>
        <p:spPr>
          <a:xfrm>
            <a:off x="10409040" y="0"/>
            <a:ext cx="1782360" cy="1845720"/>
          </a:xfrm>
          <a:prstGeom prst="rect">
            <a:avLst/>
          </a:prstGeom>
          <a:ln w="0">
            <a:noFill/>
          </a:ln>
        </p:spPr>
      </p:pic>
      <p:sp>
        <p:nvSpPr>
          <p:cNvPr id="127" name="TextBox 4"/>
          <p:cNvSpPr/>
          <p:nvPr/>
        </p:nvSpPr>
        <p:spPr>
          <a:xfrm>
            <a:off x="914400" y="182880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c1c1c"/>
                </a:solidFill>
                <a:latin typeface="Calibri Light"/>
              </a:rPr>
              <a:t>Presentation Title</a:t>
            </a:r>
            <a:endParaRPr b="0" lang="en-US" sz="4000" spc="-1" strike="noStrike">
              <a:solidFill>
                <a:srgbClr val="1c1c1c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58;p12" descr=""/>
          <p:cNvPicPr/>
          <p:nvPr/>
        </p:nvPicPr>
        <p:blipFill>
          <a:blip r:embed="rId1"/>
          <a:stretch/>
        </p:blipFill>
        <p:spPr>
          <a:xfrm>
            <a:off x="0" y="-72000"/>
            <a:ext cx="12289320" cy="8185320"/>
          </a:xfrm>
          <a:prstGeom prst="rect">
            <a:avLst/>
          </a:prstGeom>
          <a:ln w="0">
            <a:noFill/>
          </a:ln>
        </p:spPr>
      </p:pic>
      <p:sp>
        <p:nvSpPr>
          <p:cNvPr id="129" name="Google Shape;63;p 2"/>
          <p:cNvSpPr/>
          <p:nvPr/>
        </p:nvSpPr>
        <p:spPr>
          <a:xfrm rot="10800000">
            <a:off x="11493000" y="305640"/>
            <a:ext cx="360" cy="723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Google Shape;80;p 2" descr=""/>
          <p:cNvPicPr/>
          <p:nvPr/>
        </p:nvPicPr>
        <p:blipFill>
          <a:blip r:embed="rId2"/>
          <a:stretch/>
        </p:blipFill>
        <p:spPr>
          <a:xfrm flipH="1">
            <a:off x="524880" y="-72000"/>
            <a:ext cx="529200" cy="2678040"/>
          </a:xfrm>
          <a:prstGeom prst="rect">
            <a:avLst/>
          </a:prstGeom>
          <a:ln w="0">
            <a:noFill/>
          </a:ln>
        </p:spPr>
      </p:pic>
      <p:pic>
        <p:nvPicPr>
          <p:cNvPr id="131" name="Google Shape;81;p 2" descr=""/>
          <p:cNvPicPr/>
          <p:nvPr/>
        </p:nvPicPr>
        <p:blipFill>
          <a:blip r:embed="rId3"/>
          <a:stretch/>
        </p:blipFill>
        <p:spPr>
          <a:xfrm>
            <a:off x="9252000" y="5463000"/>
            <a:ext cx="3181680" cy="49464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c1c1c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333333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58;p 1" descr=""/>
          <p:cNvPicPr/>
          <p:nvPr/>
        </p:nvPicPr>
        <p:blipFill>
          <a:blip r:embed="rId1"/>
          <a:stretch/>
        </p:blipFill>
        <p:spPr>
          <a:xfrm>
            <a:off x="0" y="-72000"/>
            <a:ext cx="12289320" cy="818532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63;p 3"/>
          <p:cNvSpPr/>
          <p:nvPr/>
        </p:nvSpPr>
        <p:spPr>
          <a:xfrm rot="10800000">
            <a:off x="11493000" y="305640"/>
            <a:ext cx="360" cy="723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e57b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7" name="Google Shape;80;p 3" descr=""/>
          <p:cNvPicPr/>
          <p:nvPr/>
        </p:nvPicPr>
        <p:blipFill>
          <a:blip r:embed="rId2"/>
          <a:stretch/>
        </p:blipFill>
        <p:spPr>
          <a:xfrm flipH="1">
            <a:off x="524880" y="-72000"/>
            <a:ext cx="529200" cy="267804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81;p 3" descr=""/>
          <p:cNvPicPr/>
          <p:nvPr/>
        </p:nvPicPr>
        <p:blipFill>
          <a:blip r:embed="rId3"/>
          <a:stretch/>
        </p:blipFill>
        <p:spPr>
          <a:xfrm>
            <a:off x="9252000" y="5463000"/>
            <a:ext cx="3181680" cy="4946400"/>
          </a:xfrm>
          <a:prstGeom prst="rect">
            <a:avLst/>
          </a:prstGeom>
          <a:ln w="0">
            <a:noFill/>
          </a:ln>
        </p:spPr>
      </p:pic>
      <p:sp>
        <p:nvSpPr>
          <p:cNvPr id="139" name="TextBox 7"/>
          <p:cNvSpPr/>
          <p:nvPr/>
        </p:nvSpPr>
        <p:spPr>
          <a:xfrm>
            <a:off x="914400" y="228600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333333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333333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2026-03-20T10:57:39Z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