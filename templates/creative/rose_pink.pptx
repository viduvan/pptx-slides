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3EC7F-0866-4B18-A830-48180CE1AB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D5DD16-5235-4A18-B96C-B4523EBE9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6F6E2A-0926-44DE-8F19-79EB2F97FF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170D12-DEF2-4641-ACDB-93BA0D76E6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32A2FA-E70F-42EA-B6AE-AD764017BC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805200" y="274320"/>
            <a:ext cx="777636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6711EE-6B36-4B59-8DD2-5856AA59B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0DA3B-318E-4759-A1BE-3F3EC0EA77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74007D-4DC6-4993-A01D-CF5EDAB3D4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9AF4D-E0B6-47A0-8F8C-E071AB8DA1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FE4B3A-EB4B-49C8-9F03-AB4765A65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48CA4E-B037-47FE-B9BA-84F33547F7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0814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3576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8052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0814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3576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324AE-D7DF-4482-B389-003DF992F0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3805200" y="274320"/>
            <a:ext cx="777636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0814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3576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8052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50814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63576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6FA49C-6B0A-4261-B82C-99D9A40DDCB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97567E2-4E50-47D7-B34E-0F2176B5E3A2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37311B-88A8-462D-B6E9-C169B72B5FB2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CBFB444-F50C-48EF-B613-2D0865E2383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8A86A7A-B513-4425-A060-0402F0F0C152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3805200" y="274320"/>
            <a:ext cx="777636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B355F95-4820-4F7B-AFEA-FE58AB0C907B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0421ED8-00C4-48F2-8EE4-E0921A37469B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19F2082-12B9-478B-9471-34AEB033AA57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9F66BB1-2A76-49D9-B196-859BA8AC107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3805200" y="4186800"/>
            <a:ext cx="377424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9F2D4D5-45C4-4A5B-89A0-6A4569CD6B73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739480" y="177732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380520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739480" y="4186800"/>
            <a:ext cx="184176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F507744-3134-428B-B0CC-3F8AD3B2E06A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8052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0814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357600" y="177732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38052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/>
          </p:nvPr>
        </p:nvSpPr>
        <p:spPr>
          <a:xfrm>
            <a:off x="50814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/>
          </p:nvPr>
        </p:nvSpPr>
        <p:spPr>
          <a:xfrm>
            <a:off x="6357600" y="4186800"/>
            <a:ext cx="1215000" cy="21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7FE7C3D-954E-4E8E-9F8F-64BDA6421B1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E085D4-F44A-4327-BFAE-1679F00465C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743800" y="2655720"/>
            <a:ext cx="5634000" cy="154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805200" y="274320"/>
            <a:ext cx="7776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80520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7807320" y="1777320"/>
            <a:ext cx="3774240" cy="46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4"/>
          </p:nvPr>
        </p:nvSpPr>
        <p:spPr>
          <a:xfrm>
            <a:off x="2026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ffffff"/>
                </a:solidFill>
                <a:latin typeface="Kalam"/>
                <a:ea typeface="Kalam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A757A792-9FF5-4A91-AA25-84EDB7E96470}" type="slidenum">
              <a:rPr b="0" lang="en" sz="1300" spc="-1" strike="noStrike">
                <a:solidFill>
                  <a:srgbClr val="ffffff"/>
                </a:solidFill>
                <a:latin typeface="Kalam"/>
                <a:ea typeface="Kalam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4"/>
          <p:cNvSpPr/>
          <p:nvPr/>
        </p:nvSpPr>
        <p:spPr>
          <a:xfrm>
            <a:off x="2743200" y="182880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666666"/>
                </a:solidFill>
                <a:latin typeface="Calibri Light"/>
              </a:rPr>
              <a:t>Presentation Title</a:t>
            </a:r>
            <a:endParaRPr b="0" lang="en-US" sz="4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Num" idx="5"/>
          </p:nvPr>
        </p:nvSpPr>
        <p:spPr>
          <a:xfrm>
            <a:off x="2026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ffffff"/>
                </a:solidFill>
                <a:latin typeface="Kalam"/>
                <a:ea typeface="Kalam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525BE5A-BE4C-4702-B125-D5B0E8B5097F}" type="slidenum">
              <a:rPr b="0" lang="en" sz="1300" spc="-1" strike="noStrike">
                <a:solidFill>
                  <a:srgbClr val="ffffff"/>
                </a:solidFill>
                <a:latin typeface="Kalam"/>
                <a:ea typeface="Kalam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c1c1c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22" name="Rectangle 5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8e86a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24" name="Rectangle 6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472b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6"/>
          </p:nvPr>
        </p:nvSpPr>
        <p:spPr>
          <a:xfrm>
            <a:off x="20268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ffffff"/>
                </a:solidFill>
                <a:latin typeface="Kalam"/>
                <a:ea typeface="Kalam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0DCE0EC5-CAAF-4ADA-B2E2-D6DA0A05D3ED}" type="slidenum">
              <a:rPr b="0" lang="en" sz="1300" spc="-1" strike="noStrike">
                <a:solidFill>
                  <a:srgbClr val="ffffff"/>
                </a:solidFill>
                <a:latin typeface="Kalam"/>
                <a:ea typeface="Kalam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914400" y="228600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c1c1c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1c1c1c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2026-03-20T11:15:08Z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