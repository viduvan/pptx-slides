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009F23-41DD-4125-A174-4AE9D044EB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0C024F-F99F-41C4-B18A-B0B8B0E85A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D317E4-068C-4928-9ED7-62708EEE27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6F0BFD-0B08-44F8-9421-9D261169B3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007C4D-2874-4A45-A088-2AA1C7E70A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7053D2-2B4E-4E5F-BBB8-EC1FAFEF2F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F46706-6742-4ECE-91DD-506EE42545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3B8C3E-68D5-48D9-A7E7-8CFBA35B92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3803ED-BC77-4FED-8B69-E2A12BFB26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3ACAB3-9CA9-45DF-B69D-19A2365401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AB3874-0DA0-4394-B7A8-0C32076D8B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A91047-C81A-41BD-8A2D-B16370E137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4248624-7442-4E3E-B67B-9BD195A42ABC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152D258-73A2-41CD-8BC6-2D182705EE80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16A502F-FF54-4E58-838E-0648C96B0EE9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525964D-8202-4B2C-B17F-634CC227C8D1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73DC3A2-F364-41BC-9833-082B6D034D50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D85D34D-C5D2-4ABC-B8D1-8B6F4F4BC48C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063B721-9CD0-4799-9D59-583974D2007D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7C11246-E314-41AE-A3A8-EB5C881A5B9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00009BB-377F-42C4-84DB-4204ADE9D6CD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6B9C918-386A-42F9-9DF2-0AD6EFC27C23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5AD4396-D5D4-4451-B15C-70523BD7B73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7F4B2C0-A6E5-430C-BDA8-996884431688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4475A60-0104-4C5C-8EDC-731F7AFD4EFD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A7BF6A-B13A-441A-ADBC-F281E5613B97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5BEEFD-6283-412F-9DC5-36754CDB849A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4520E4-63E9-43EE-832A-94BB56D55C4B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F78EE4-0258-4326-BAA7-3355CB443922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75374C-A377-4F7F-A543-49B4757526CF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111F482-D13F-4DB9-8416-6C1E84719822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24AB0D-A17F-481B-BF24-343BE704DC73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34264D-F154-4716-AADB-DCEF25ABD065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AC6F27-D448-4932-86C6-CEBA94A77597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6B06D1-1CCE-48EE-9216-2982D432129B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85E8D27-68F1-48D4-9AD2-C172CA691671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F1A6F9-8B2B-461C-B81E-88E924E86727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AAAFB1-7026-4523-8063-D65ADA6116D0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882700-59B0-4D07-B901-DAC4E72D55E3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F164E1-8D78-4587-9BED-546F77C2D2DC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45094F-BB4B-42AA-84CA-FF743C3DF9D4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00643-F14C-47CB-AB4D-41DA0B480479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BA4695-FCD7-449D-AB8D-38894C5CDE4B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4411FE-3C6F-4101-8B4D-22DBA5C15EF4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37A03B-610C-4A84-BB00-041DF2B667C5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1947F7-614E-4349-A16B-28D765665772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74BE5E-D691-42CB-A063-BCC994914798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D2D2BC-3191-4E9E-9CF5-DE6D22EC352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8F6B9E-692A-445E-89D4-DABDBD6905E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;p2"/>
          <p:cNvSpPr/>
          <p:nvPr/>
        </p:nvSpPr>
        <p:spPr>
          <a:xfrm>
            <a:off x="-14760" y="-14760"/>
            <a:ext cx="12191400" cy="6857640"/>
          </a:xfrm>
          <a:prstGeom prst="rect">
            <a:avLst/>
          </a:prstGeom>
          <a:solidFill>
            <a:srgbClr val="222222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1;p2"/>
          <p:cNvSpPr/>
          <p:nvPr/>
        </p:nvSpPr>
        <p:spPr>
          <a:xfrm>
            <a:off x="6781320" y="-50760"/>
            <a:ext cx="5486040" cy="6958800"/>
          </a:xfrm>
          <a:custGeom>
            <a:avLst/>
            <a:gdLst/>
            <a:ahLst/>
            <a:rect l="l" t="t" r="r" b="b"/>
            <a:pathLst>
              <a:path w="164592" h="208788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2;p2"/>
          <p:cNvSpPr/>
          <p:nvPr/>
        </p:nvSpPr>
        <p:spPr>
          <a:xfrm flipH="1">
            <a:off x="-558720" y="5859000"/>
            <a:ext cx="10895760" cy="998280"/>
          </a:xfrm>
          <a:prstGeom prst="parallelogram">
            <a:avLst>
              <a:gd name="adj" fmla="val 51542"/>
            </a:avLst>
          </a:prstGeom>
          <a:solidFill>
            <a:srgbClr val="ffffff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3;p2"/>
          <p:cNvSpPr/>
          <p:nvPr/>
        </p:nvSpPr>
        <p:spPr>
          <a:xfrm flipH="1">
            <a:off x="1370520" y="5554800"/>
            <a:ext cx="11158920" cy="303480"/>
          </a:xfrm>
          <a:prstGeom prst="parallelogram">
            <a:avLst>
              <a:gd name="adj" fmla="val 51542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371240" y="0"/>
            <a:ext cx="6984360" cy="5359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42;p6"/>
          <p:cNvGrpSpPr/>
          <p:nvPr/>
        </p:nvGrpSpPr>
        <p:grpSpPr>
          <a:xfrm>
            <a:off x="-1204560" y="-50760"/>
            <a:ext cx="14032080" cy="6951960"/>
            <a:chOff x="-1204560" y="-50760"/>
            <a:chExt cx="14032080" cy="6951960"/>
          </a:xfrm>
        </p:grpSpPr>
        <p:sp>
          <p:nvSpPr>
            <p:cNvPr id="84" name="Google Shape;43;p6"/>
            <p:cNvSpPr/>
            <p:nvPr/>
          </p:nvSpPr>
          <p:spPr>
            <a:xfrm>
              <a:off x="-73080" y="-50760"/>
              <a:ext cx="4416480" cy="6951960"/>
            </a:xfrm>
            <a:custGeom>
              <a:avLst/>
              <a:gdLst/>
              <a:ahLst/>
              <a:rect l="l" t="t" r="r" b="b"/>
              <a:pathLst>
                <a:path w="132505" h="208586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Google Shape;44;p6"/>
            <p:cNvSpPr/>
            <p:nvPr/>
          </p:nvSpPr>
          <p:spPr>
            <a:xfrm flipH="1">
              <a:off x="-1204920" y="-23400"/>
              <a:ext cx="2345400" cy="99828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Google Shape;45;p6"/>
            <p:cNvSpPr/>
            <p:nvPr/>
          </p:nvSpPr>
          <p:spPr>
            <a:xfrm flipH="1">
              <a:off x="629280" y="-12240"/>
              <a:ext cx="690480" cy="998280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46;p6"/>
            <p:cNvSpPr/>
            <p:nvPr/>
          </p:nvSpPr>
          <p:spPr>
            <a:xfrm flipH="1">
              <a:off x="990720" y="363960"/>
              <a:ext cx="10006920" cy="99828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Google Shape;47;p6"/>
            <p:cNvSpPr/>
            <p:nvPr/>
          </p:nvSpPr>
          <p:spPr>
            <a:xfrm flipH="1">
              <a:off x="10482480" y="363960"/>
              <a:ext cx="2345040" cy="99828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Google Shape;48;p6"/>
            <p:cNvSpPr/>
            <p:nvPr/>
          </p:nvSpPr>
          <p:spPr>
            <a:xfrm flipH="1">
              <a:off x="1320480" y="6567840"/>
              <a:ext cx="11158920" cy="30312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468080" y="363600"/>
            <a:ext cx="10098360" cy="998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468080" y="1748520"/>
            <a:ext cx="4908960" cy="4716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672960" y="1748520"/>
            <a:ext cx="4908960" cy="4716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4"/>
          </p:nvPr>
        </p:nvSpPr>
        <p:spPr>
          <a:xfrm>
            <a:off x="0" y="0"/>
            <a:ext cx="793080" cy="97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2A9D9B0D-D321-4B2F-B93D-ADF1D1ADA64F}" type="slidenum">
              <a:rPr b="1" lang="en" sz="13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94;p11"/>
          <p:cNvSpPr/>
          <p:nvPr/>
        </p:nvSpPr>
        <p:spPr>
          <a:xfrm>
            <a:off x="-73440" y="-50760"/>
            <a:ext cx="4416480" cy="6951960"/>
          </a:xfrm>
          <a:custGeom>
            <a:avLst/>
            <a:gdLst/>
            <a:ahLst/>
            <a:rect l="l" t="t" r="r" b="b"/>
            <a:pathLst>
              <a:path w="132505" h="208586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Google Shape;95;p11"/>
          <p:cNvSpPr/>
          <p:nvPr/>
        </p:nvSpPr>
        <p:spPr>
          <a:xfrm flipH="1">
            <a:off x="-1204920" y="-23400"/>
            <a:ext cx="2345400" cy="998280"/>
          </a:xfrm>
          <a:prstGeom prst="parallelogram">
            <a:avLst>
              <a:gd name="adj" fmla="val 51542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Google Shape;96;p11"/>
          <p:cNvSpPr/>
          <p:nvPr/>
        </p:nvSpPr>
        <p:spPr>
          <a:xfrm flipH="1">
            <a:off x="628200" y="-12240"/>
            <a:ext cx="690840" cy="998280"/>
          </a:xfrm>
          <a:prstGeom prst="parallelogram">
            <a:avLst>
              <a:gd name="adj" fmla="val 75009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Google Shape;97;p11"/>
          <p:cNvSpPr/>
          <p:nvPr/>
        </p:nvSpPr>
        <p:spPr>
          <a:xfrm flipH="1">
            <a:off x="1319760" y="6567480"/>
            <a:ext cx="11158920" cy="30348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PlaceHolder 1"/>
          <p:cNvSpPr>
            <a:spLocks noGrp="1"/>
          </p:cNvSpPr>
          <p:nvPr>
            <p:ph type="sldNum" idx="5"/>
          </p:nvPr>
        </p:nvSpPr>
        <p:spPr>
          <a:xfrm>
            <a:off x="0" y="0"/>
            <a:ext cx="793080" cy="97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02871426-1C9F-4D90-AEC5-5E17FDE67582}" type="slidenum">
              <a:rPr b="1" lang="en" sz="13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1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94;p11"/>
          <p:cNvSpPr/>
          <p:nvPr/>
        </p:nvSpPr>
        <p:spPr>
          <a:xfrm>
            <a:off x="-73440" y="-50760"/>
            <a:ext cx="4416480" cy="6951960"/>
          </a:xfrm>
          <a:custGeom>
            <a:avLst/>
            <a:gdLst/>
            <a:ahLst/>
            <a:rect l="l" t="t" r="r" b="b"/>
            <a:pathLst>
              <a:path w="132505" h="208586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Google Shape;95;p11"/>
          <p:cNvSpPr/>
          <p:nvPr/>
        </p:nvSpPr>
        <p:spPr>
          <a:xfrm flipH="1">
            <a:off x="-1204920" y="-23400"/>
            <a:ext cx="2345400" cy="998280"/>
          </a:xfrm>
          <a:prstGeom prst="parallelogram">
            <a:avLst>
              <a:gd name="adj" fmla="val 51542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Google Shape;96;p11"/>
          <p:cNvSpPr/>
          <p:nvPr/>
        </p:nvSpPr>
        <p:spPr>
          <a:xfrm flipH="1">
            <a:off x="628200" y="-12240"/>
            <a:ext cx="690840" cy="998280"/>
          </a:xfrm>
          <a:prstGeom prst="parallelogram">
            <a:avLst>
              <a:gd name="adj" fmla="val 75009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Google Shape;97;p11"/>
          <p:cNvSpPr/>
          <p:nvPr/>
        </p:nvSpPr>
        <p:spPr>
          <a:xfrm flipH="1">
            <a:off x="1319760" y="6567480"/>
            <a:ext cx="11158920" cy="30348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PlaceHolder 1"/>
          <p:cNvSpPr>
            <a:spLocks noGrp="1"/>
          </p:cNvSpPr>
          <p:nvPr>
            <p:ph type="sldNum" idx="6"/>
          </p:nvPr>
        </p:nvSpPr>
        <p:spPr>
          <a:xfrm>
            <a:off x="0" y="0"/>
            <a:ext cx="793080" cy="97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3DB44539-E87C-4059-BCB4-F05A968EE988}" type="slidenum">
              <a:rPr b="1" lang="en" sz="13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1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4"/>
          <p:cNvSpPr/>
          <p:nvPr/>
        </p:nvSpPr>
        <p:spPr>
          <a:xfrm>
            <a:off x="914400" y="182880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Presentation Title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152;p 2"/>
          <p:cNvGrpSpPr/>
          <p:nvPr/>
        </p:nvGrpSpPr>
        <p:grpSpPr>
          <a:xfrm>
            <a:off x="9011880" y="676440"/>
            <a:ext cx="2194200" cy="2194200"/>
            <a:chOff x="9011880" y="676440"/>
            <a:chExt cx="2194200" cy="2194200"/>
          </a:xfrm>
        </p:grpSpPr>
        <p:sp>
          <p:nvSpPr>
            <p:cNvPr id="218" name="Google Shape;153;p 2"/>
            <p:cNvSpPr/>
            <p:nvPr/>
          </p:nvSpPr>
          <p:spPr>
            <a:xfrm>
              <a:off x="9824040" y="1488600"/>
              <a:ext cx="1136160" cy="1136160"/>
            </a:xfrm>
            <a:custGeom>
              <a:avLst/>
              <a:gdLst/>
              <a:ahLst/>
              <a:rect l="l" t="t" r="r" b="b"/>
              <a:pathLst>
                <a:path fill="none" w="8452" h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Google Shape;154;p 2"/>
            <p:cNvSpPr/>
            <p:nvPr/>
          </p:nvSpPr>
          <p:spPr>
            <a:xfrm>
              <a:off x="9011880" y="676440"/>
              <a:ext cx="2194200" cy="2194200"/>
            </a:xfrm>
            <a:custGeom>
              <a:avLst/>
              <a:gdLst/>
              <a:ahLst/>
              <a:rect l="l" t="t" r="r" b="b"/>
              <a:pathLst>
                <a:path fill="none" w="16318" h="16319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20" name="Google Shape;155;p 2"/>
          <p:cNvGrpSpPr/>
          <p:nvPr/>
        </p:nvGrpSpPr>
        <p:grpSpPr>
          <a:xfrm>
            <a:off x="8812800" y="3086640"/>
            <a:ext cx="1042560" cy="1042560"/>
            <a:chOff x="8812800" y="3086640"/>
            <a:chExt cx="1042560" cy="1042560"/>
          </a:xfrm>
        </p:grpSpPr>
        <p:sp>
          <p:nvSpPr>
            <p:cNvPr id="221" name="Google Shape;156;p 2"/>
            <p:cNvSpPr/>
            <p:nvPr/>
          </p:nvSpPr>
          <p:spPr>
            <a:xfrm rot="21013200">
              <a:off x="8882640" y="3156480"/>
              <a:ext cx="901800" cy="902520"/>
            </a:xfrm>
            <a:custGeom>
              <a:avLst/>
              <a:gdLst/>
              <a:ahLst/>
              <a:rect l="l" t="t" r="r" b="b"/>
              <a:pathLst>
                <a:path fill="none" w="17683" h="17682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Google Shape;157;p 2"/>
            <p:cNvSpPr/>
            <p:nvPr/>
          </p:nvSpPr>
          <p:spPr>
            <a:xfrm rot="21006000">
              <a:off x="8984520" y="3922200"/>
              <a:ext cx="148680" cy="148320"/>
            </a:xfrm>
            <a:custGeom>
              <a:avLst/>
              <a:gdLst/>
              <a:ahLst/>
              <a:rect l="l" t="t" r="r" b="b"/>
              <a:pathLst>
                <a:path fill="none" w="2924" h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Google Shape;158;p 2"/>
            <p:cNvSpPr/>
            <p:nvPr/>
          </p:nvSpPr>
          <p:spPr>
            <a:xfrm rot="21000000">
              <a:off x="9109080" y="3993120"/>
              <a:ext cx="95400" cy="95400"/>
            </a:xfrm>
            <a:custGeom>
              <a:avLst/>
              <a:gdLst/>
              <a:ahLst/>
              <a:rect l="l" t="t" r="r" b="b"/>
              <a:pathLst>
                <a:path fill="none" w="1877" h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Google Shape;159;p 2"/>
            <p:cNvSpPr/>
            <p:nvPr/>
          </p:nvSpPr>
          <p:spPr>
            <a:xfrm rot="21010800">
              <a:off x="8936640" y="3871800"/>
              <a:ext cx="95040" cy="95040"/>
            </a:xfrm>
            <a:custGeom>
              <a:avLst/>
              <a:gdLst/>
              <a:ahLst/>
              <a:rect l="l" t="t" r="r" b="b"/>
              <a:pathLst>
                <a:path fill="none" w="1876" h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5" name="Google Shape;160;p 2"/>
          <p:cNvSpPr/>
          <p:nvPr/>
        </p:nvSpPr>
        <p:spPr>
          <a:xfrm>
            <a:off x="8487000" y="1183320"/>
            <a:ext cx="342720" cy="326880"/>
          </a:xfrm>
          <a:custGeom>
            <a:avLst/>
            <a:gdLst/>
            <a:ahLst/>
            <a:rect l="l" t="t" r="r" b="b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Google Shape;161;p 2"/>
          <p:cNvSpPr/>
          <p:nvPr/>
        </p:nvSpPr>
        <p:spPr>
          <a:xfrm rot="2696400">
            <a:off x="10747080" y="2859480"/>
            <a:ext cx="520200" cy="496440"/>
          </a:xfrm>
          <a:custGeom>
            <a:avLst/>
            <a:gdLst/>
            <a:ahLst/>
            <a:rect l="l" t="t" r="r" b="b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Google Shape;162;p 2"/>
          <p:cNvSpPr/>
          <p:nvPr/>
        </p:nvSpPr>
        <p:spPr>
          <a:xfrm>
            <a:off x="11158920" y="2576520"/>
            <a:ext cx="208080" cy="198720"/>
          </a:xfrm>
          <a:custGeom>
            <a:avLst/>
            <a:gdLst/>
            <a:ahLst/>
            <a:rect l="l" t="t" r="r" b="b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Google Shape;163;p 2"/>
          <p:cNvSpPr/>
          <p:nvPr/>
        </p:nvSpPr>
        <p:spPr>
          <a:xfrm rot="1281600">
            <a:off x="8249040" y="2170800"/>
            <a:ext cx="207720" cy="199080"/>
          </a:xfrm>
          <a:custGeom>
            <a:avLst/>
            <a:gdLst/>
            <a:ahLst/>
            <a:rect l="l" t="t" r="r" b="b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PlaceHolder 1"/>
          <p:cNvSpPr>
            <a:spLocks noGrp="1"/>
          </p:cNvSpPr>
          <p:nvPr>
            <p:ph type="sldNum" idx="7"/>
          </p:nvPr>
        </p:nvSpPr>
        <p:spPr>
          <a:xfrm>
            <a:off x="0" y="0"/>
            <a:ext cx="793080" cy="97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6695BDB1-BFE2-47C6-A6A1-8EBD32AB5F80}" type="slidenum">
              <a:rPr b="1" lang="en" sz="13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793080" y="85536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5"/>
          <p:cNvSpPr/>
          <p:nvPr/>
        </p:nvSpPr>
        <p:spPr>
          <a:xfrm>
            <a:off x="686160" y="1371600"/>
            <a:ext cx="1828440" cy="37800"/>
          </a:xfrm>
          <a:prstGeom prst="rect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  •  </a:t>
            </a: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Sample point one</a:t>
            </a:r>
            <a:endParaRPr b="1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  •  </a:t>
            </a: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Key idea two</a:t>
            </a:r>
            <a:endParaRPr b="1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  •  </a:t>
            </a: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Styled bullets</a:t>
            </a:r>
            <a:endParaRPr b="1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  •  </a:t>
            </a: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Auto-fit sizing</a:t>
            </a:r>
            <a:endParaRPr b="1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  •  </a:t>
            </a:r>
            <a:r>
              <a:rPr b="1" lang="en-US" sz="1600" spc="-1" strike="noStrike">
                <a:solidFill>
                  <a:srgbClr val="c7d2fe"/>
                </a:solidFill>
                <a:latin typeface="Calibri"/>
              </a:rPr>
              <a:t>Gradient backgrounds</a:t>
            </a:r>
            <a:endParaRPr b="1" lang="en-US" sz="1600" spc="-1" strike="noStrike">
              <a:latin typeface="Arial"/>
            </a:endParaRPr>
          </a:p>
        </p:txBody>
      </p:sp>
      <p:sp>
        <p:nvSpPr>
          <p:cNvPr id="233" name="Rectangle 6"/>
          <p:cNvSpPr/>
          <p:nvPr/>
        </p:nvSpPr>
        <p:spPr>
          <a:xfrm>
            <a:off x="457200" y="6469560"/>
            <a:ext cx="11277000" cy="72720"/>
          </a:xfrm>
          <a:prstGeom prst="rect">
            <a:avLst/>
          </a:prstGeom>
          <a:gradFill rotWithShape="0">
            <a:gsLst>
              <a:gs pos="0">
                <a:srgbClr val="4338ca"/>
              </a:gs>
              <a:gs pos="100000">
                <a:srgbClr val="6366f1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152;p 3"/>
          <p:cNvGrpSpPr/>
          <p:nvPr/>
        </p:nvGrpSpPr>
        <p:grpSpPr>
          <a:xfrm>
            <a:off x="9011880" y="676440"/>
            <a:ext cx="2194200" cy="2194200"/>
            <a:chOff x="9011880" y="676440"/>
            <a:chExt cx="2194200" cy="2194200"/>
          </a:xfrm>
        </p:grpSpPr>
        <p:sp>
          <p:nvSpPr>
            <p:cNvPr id="235" name="Google Shape;153;p 3"/>
            <p:cNvSpPr/>
            <p:nvPr/>
          </p:nvSpPr>
          <p:spPr>
            <a:xfrm>
              <a:off x="9824040" y="1488600"/>
              <a:ext cx="1136160" cy="1136160"/>
            </a:xfrm>
            <a:custGeom>
              <a:avLst/>
              <a:gdLst/>
              <a:ahLst/>
              <a:rect l="l" t="t" r="r" b="b"/>
              <a:pathLst>
                <a:path fill="none" w="8452" h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" name="Google Shape;154;p 3"/>
            <p:cNvSpPr/>
            <p:nvPr/>
          </p:nvSpPr>
          <p:spPr>
            <a:xfrm>
              <a:off x="9011880" y="676440"/>
              <a:ext cx="2194200" cy="2194200"/>
            </a:xfrm>
            <a:custGeom>
              <a:avLst/>
              <a:gdLst/>
              <a:ahLst/>
              <a:rect l="l" t="t" r="r" b="b"/>
              <a:pathLst>
                <a:path fill="none" w="16318" h="16319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7" name="Google Shape;155;p 3"/>
          <p:cNvGrpSpPr/>
          <p:nvPr/>
        </p:nvGrpSpPr>
        <p:grpSpPr>
          <a:xfrm>
            <a:off x="8812800" y="3086640"/>
            <a:ext cx="1042560" cy="1042560"/>
            <a:chOff x="8812800" y="3086640"/>
            <a:chExt cx="1042560" cy="1042560"/>
          </a:xfrm>
        </p:grpSpPr>
        <p:sp>
          <p:nvSpPr>
            <p:cNvPr id="238" name="Google Shape;156;p 3"/>
            <p:cNvSpPr/>
            <p:nvPr/>
          </p:nvSpPr>
          <p:spPr>
            <a:xfrm rot="21013200">
              <a:off x="8882640" y="3156480"/>
              <a:ext cx="901800" cy="902520"/>
            </a:xfrm>
            <a:custGeom>
              <a:avLst/>
              <a:gdLst/>
              <a:ahLst/>
              <a:rect l="l" t="t" r="r" b="b"/>
              <a:pathLst>
                <a:path fill="none" w="17683" h="17682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157;p 3"/>
            <p:cNvSpPr/>
            <p:nvPr/>
          </p:nvSpPr>
          <p:spPr>
            <a:xfrm rot="21006000">
              <a:off x="8984520" y="3922200"/>
              <a:ext cx="148680" cy="148320"/>
            </a:xfrm>
            <a:custGeom>
              <a:avLst/>
              <a:gdLst/>
              <a:ahLst/>
              <a:rect l="l" t="t" r="r" b="b"/>
              <a:pathLst>
                <a:path fill="none" w="2924" h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0" name="Google Shape;158;p 3"/>
            <p:cNvSpPr/>
            <p:nvPr/>
          </p:nvSpPr>
          <p:spPr>
            <a:xfrm rot="21000000">
              <a:off x="9109080" y="3993120"/>
              <a:ext cx="95400" cy="95400"/>
            </a:xfrm>
            <a:custGeom>
              <a:avLst/>
              <a:gdLst/>
              <a:ahLst/>
              <a:rect l="l" t="t" r="r" b="b"/>
              <a:pathLst>
                <a:path fill="none" w="1877" h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Google Shape;159;p 3"/>
            <p:cNvSpPr/>
            <p:nvPr/>
          </p:nvSpPr>
          <p:spPr>
            <a:xfrm rot="21010800">
              <a:off x="8936640" y="3871800"/>
              <a:ext cx="95040" cy="95040"/>
            </a:xfrm>
            <a:custGeom>
              <a:avLst/>
              <a:gdLst/>
              <a:ahLst/>
              <a:rect l="l" t="t" r="r" b="b"/>
              <a:pathLst>
                <a:path fill="none" w="1876" h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w="19050">
              <a:solidFill>
                <a:srgbClr val="2222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2" name="Google Shape;160;p 3"/>
          <p:cNvSpPr/>
          <p:nvPr/>
        </p:nvSpPr>
        <p:spPr>
          <a:xfrm>
            <a:off x="8487000" y="1183320"/>
            <a:ext cx="342720" cy="326880"/>
          </a:xfrm>
          <a:custGeom>
            <a:avLst/>
            <a:gdLst/>
            <a:ahLst/>
            <a:rect l="l" t="t" r="r" b="b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Google Shape;161;p 3"/>
          <p:cNvSpPr/>
          <p:nvPr/>
        </p:nvSpPr>
        <p:spPr>
          <a:xfrm rot="2696400">
            <a:off x="10747080" y="2859480"/>
            <a:ext cx="520200" cy="496440"/>
          </a:xfrm>
          <a:custGeom>
            <a:avLst/>
            <a:gdLst/>
            <a:ahLst/>
            <a:rect l="l" t="t" r="r" b="b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Google Shape;162;p 3"/>
          <p:cNvSpPr/>
          <p:nvPr/>
        </p:nvSpPr>
        <p:spPr>
          <a:xfrm>
            <a:off x="11158920" y="2576520"/>
            <a:ext cx="208080" cy="198720"/>
          </a:xfrm>
          <a:custGeom>
            <a:avLst/>
            <a:gdLst/>
            <a:ahLst/>
            <a:rect l="l" t="t" r="r" b="b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Google Shape;163;p 3"/>
          <p:cNvSpPr/>
          <p:nvPr/>
        </p:nvSpPr>
        <p:spPr>
          <a:xfrm rot="1281600">
            <a:off x="8249040" y="2170800"/>
            <a:ext cx="207720" cy="199080"/>
          </a:xfrm>
          <a:custGeom>
            <a:avLst/>
            <a:gdLst/>
            <a:ahLst/>
            <a:rect l="l" t="t" r="r" b="b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PlaceHolder 1"/>
          <p:cNvSpPr>
            <a:spLocks noGrp="1"/>
          </p:cNvSpPr>
          <p:nvPr>
            <p:ph type="sldNum" idx="8"/>
          </p:nvPr>
        </p:nvSpPr>
        <p:spPr>
          <a:xfrm>
            <a:off x="0" y="0"/>
            <a:ext cx="793080" cy="97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1" lang="en" sz="13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fld id="{A1E53C23-C6A1-4082-B0F6-D2B9AE8BAD00}" type="slidenum">
              <a:rPr b="1" lang="en" sz="13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914400" y="23173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1828800" y="414612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a5b4fc"/>
                </a:solidFill>
                <a:latin typeface="Calibri"/>
              </a:rPr>
              <a:t>Questions? Contact us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9" name="Rectangle 7"/>
          <p:cNvSpPr/>
          <p:nvPr/>
        </p:nvSpPr>
        <p:spPr>
          <a:xfrm>
            <a:off x="457200" y="5334840"/>
            <a:ext cx="11277000" cy="72720"/>
          </a:xfrm>
          <a:prstGeom prst="rect">
            <a:avLst/>
          </a:prstGeom>
          <a:gradFill rotWithShape="0">
            <a:gsLst>
              <a:gs pos="0">
                <a:srgbClr val="4338ca"/>
              </a:gs>
              <a:gs pos="100000">
                <a:srgbClr val="6366f1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2026-03-20T10:30:52Z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